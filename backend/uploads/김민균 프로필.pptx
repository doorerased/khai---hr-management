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9" autoAdjust="0"/>
    <p:restoredTop sz="93588" autoAdjust="0"/>
  </p:normalViewPr>
  <p:slideViewPr>
    <p:cSldViewPr showGuides="1">
      <p:cViewPr varScale="1">
        <p:scale>
          <a:sx n="103" d="100"/>
          <a:sy n="103" d="100"/>
        </p:scale>
        <p:origin x="172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1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95648-E60B-472A-BD22-B3AE859176E9}" type="datetimeFigureOut">
              <a:rPr lang="ko-KR" altLang="en-US" smtClean="0"/>
              <a:t>2025-04-13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96552-D6CC-4C91-92C4-973C301F3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99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96552-D6CC-4C91-92C4-973C301F3FE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674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F717F-9AB4-4506-9078-F6C3BE752277}" type="datetimeFigureOut">
              <a:rPr lang="ko-KR" altLang="en-US" smtClean="0"/>
              <a:pPr/>
              <a:t>2025-04-13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26D34-B45E-47F5-95D0-B9192B25E1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443563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schemeClr val="accent1"/>
                </a:solidFill>
              </a:rPr>
              <a:t>김민균</a:t>
            </a:r>
            <a:r>
              <a:rPr lang="en-US" altLang="ko-KR" sz="2200" b="1" dirty="0">
                <a:solidFill>
                  <a:schemeClr val="accent1"/>
                </a:solidFill>
              </a:rPr>
              <a:t> Profile(alsrbs33@naver.com)</a:t>
            </a:r>
            <a:endParaRPr lang="ko-KR" altLang="en-US" sz="22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913750"/>
              </p:ext>
            </p:extLst>
          </p:nvPr>
        </p:nvGraphicFramePr>
        <p:xfrm>
          <a:off x="195847" y="443563"/>
          <a:ext cx="8768641" cy="18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8">
                  <a:extLst>
                    <a:ext uri="{9D8B030D-6E8A-4147-A177-3AD203B41FA5}">
                      <a16:colId xmlns:a16="http://schemas.microsoft.com/office/drawing/2014/main" val="3632232730"/>
                    </a:ext>
                  </a:extLst>
                </a:gridCol>
                <a:gridCol w="79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087">
                  <a:extLst>
                    <a:ext uri="{9D8B030D-6E8A-4147-A177-3AD203B41FA5}">
                      <a16:colId xmlns:a16="http://schemas.microsoft.com/office/drawing/2014/main" val="1557317849"/>
                    </a:ext>
                  </a:extLst>
                </a:gridCol>
              </a:tblGrid>
              <a:tr h="433214">
                <a:tc gridSpan="7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/>
                        <a:t>기본인적사항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24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사진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이         </a:t>
                      </a:r>
                      <a:r>
                        <a:rPr lang="ko-KR" altLang="en-US" sz="1200" b="1" dirty="0" err="1"/>
                        <a:t>름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김민균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1979</a:t>
                      </a:r>
                      <a:r>
                        <a:rPr lang="ko-KR" altLang="en-US" sz="1200" dirty="0"/>
                        <a:t>년   </a:t>
                      </a:r>
                      <a:r>
                        <a:rPr lang="en-US" altLang="ko-KR" sz="1200" dirty="0"/>
                        <a:t>03</a:t>
                      </a:r>
                      <a:r>
                        <a:rPr lang="ko-KR" altLang="en-US" sz="1200" dirty="0"/>
                        <a:t>월   </a:t>
                      </a:r>
                      <a:r>
                        <a:rPr lang="en-US" altLang="ko-KR" sz="1200" dirty="0"/>
                        <a:t>01</a:t>
                      </a:r>
                      <a:r>
                        <a:rPr lang="ko-KR" altLang="en-US" sz="1200" dirty="0"/>
                        <a:t>일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소속 및 직위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HR</a:t>
                      </a:r>
                      <a:r>
                        <a:rPr lang="ko-KR" altLang="en-US" sz="1200" dirty="0"/>
                        <a:t>임팩트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대표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연락처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010-3788-9311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전문 산업분야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경영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공공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전문 직무분야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HR, </a:t>
                      </a:r>
                      <a:r>
                        <a:rPr lang="ko-KR" altLang="en-US" sz="1200" dirty="0"/>
                        <a:t>경영사무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학          </a:t>
                      </a:r>
                      <a:r>
                        <a:rPr lang="ko-KR" altLang="en-US" sz="1200" b="1" dirty="0" err="1"/>
                        <a:t>력</a:t>
                      </a:r>
                      <a:endParaRPr lang="ko-KR" altLang="en-US" sz="1200" b="1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 강남대학교 경영학 학사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연세대학교 생활환경대학원 석사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642864"/>
              </p:ext>
            </p:extLst>
          </p:nvPr>
        </p:nvGraphicFramePr>
        <p:xfrm>
          <a:off x="214045" y="2319405"/>
          <a:ext cx="8768640" cy="446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57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경력사항 및 수행실적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주요경력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en-US" altLang="ko-KR" sz="1100" dirty="0"/>
                        <a:t>HR</a:t>
                      </a:r>
                      <a:r>
                        <a:rPr lang="ko-KR" altLang="en-US" sz="1100" dirty="0"/>
                        <a:t>임팩트 대표 </a:t>
                      </a:r>
                      <a:r>
                        <a:rPr lang="en-US" altLang="ko-KR" sz="1100" dirty="0"/>
                        <a:t>: (2024~</a:t>
                      </a:r>
                      <a:r>
                        <a:rPr lang="ko-KR" altLang="en-US" sz="1100" dirty="0"/>
                        <a:t>현재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dirty="0"/>
                        <a:t>㈜</a:t>
                      </a:r>
                      <a:r>
                        <a:rPr lang="ko-KR" altLang="en-US" sz="1100" dirty="0" err="1"/>
                        <a:t>임팩트그룹코리아</a:t>
                      </a:r>
                      <a:r>
                        <a:rPr lang="ko-KR" altLang="en-US" sz="1100" dirty="0"/>
                        <a:t> 이사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조직개발센터 </a:t>
                      </a:r>
                      <a:r>
                        <a:rPr lang="en-US" altLang="ko-KR" sz="1100" dirty="0"/>
                        <a:t>(2024~</a:t>
                      </a:r>
                      <a:r>
                        <a:rPr lang="ko-KR" altLang="en-US" sz="1100" dirty="0"/>
                        <a:t>현재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dirty="0"/>
                        <a:t>㈜선연그룹 이사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컨설팅 사업본부 </a:t>
                      </a:r>
                      <a:r>
                        <a:rPr lang="en-US" altLang="ko-KR" sz="1100" dirty="0"/>
                        <a:t>(2021~2024)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dirty="0"/>
                        <a:t>㈜</a:t>
                      </a:r>
                      <a:r>
                        <a:rPr lang="ko-KR" altLang="en-US" sz="1100" dirty="0" err="1"/>
                        <a:t>신우씨엔티</a:t>
                      </a:r>
                      <a:r>
                        <a:rPr lang="ko-KR" altLang="en-US" sz="1100" dirty="0"/>
                        <a:t> 이사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baseline="0" dirty="0"/>
                        <a:t>인사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채용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경영지원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baseline="0" dirty="0"/>
                        <a:t>총괄 </a:t>
                      </a:r>
                      <a:r>
                        <a:rPr lang="en-US" altLang="ko-KR" sz="1100" dirty="0"/>
                        <a:t>(2018~2021)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dirty="0"/>
                        <a:t>㈜</a:t>
                      </a:r>
                      <a:r>
                        <a:rPr lang="ko-KR" altLang="en-US" sz="1100" dirty="0" err="1"/>
                        <a:t>유니프라</a:t>
                      </a:r>
                      <a:r>
                        <a:rPr lang="ko-KR" altLang="en-US" sz="1100" dirty="0"/>
                        <a:t> 본부장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경영지원본부 </a:t>
                      </a:r>
                      <a:r>
                        <a:rPr lang="en-US" altLang="ko-KR" sz="1100" dirty="0"/>
                        <a:t>(2017~2019)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㈜</a:t>
                      </a:r>
                      <a:r>
                        <a:rPr lang="ko-KR" altLang="en-US" sz="1100" dirty="0" err="1"/>
                        <a:t>에스티유니타스</a:t>
                      </a:r>
                      <a:r>
                        <a:rPr lang="ko-KR" altLang="en-US" sz="1100" dirty="0"/>
                        <a:t> 전략기획팀장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전략 및 신사업 기획 </a:t>
                      </a:r>
                      <a:r>
                        <a:rPr lang="en-US" altLang="ko-KR" sz="1100" dirty="0"/>
                        <a:t>(2015~2017)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2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면접관 경력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면접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금융감독원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산업은행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국민은행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국민연금공단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한국무역보험공사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한국주택도시보증공사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한국주택금융공사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국립박물관단지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국립항공박물관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국립해양박물관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국립인천해양박물관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국립대구과학관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예술의전당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한국동서발전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한국남부발전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한국철도시설공단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한국가스공사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KPS,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KDN,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한국교통공사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한전원자력연료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제주테크노파크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LH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한국관광공사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인천항만공사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중소기업기술정보진흥원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수도권매립지관리공사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경기도 교통연수원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세종장학재단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코레일테크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국가철도공단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새만금개발공사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코스콤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건강보험심사평가원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한국도로공사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서울물재생시설공단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소상공인시장진흥공단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지방공기업평가원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KOTRA,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해외건설협회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도로교통공단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한국산업기술진흥원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한국광해광업공단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국방연구소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한국산업기술시험원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서류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금융감독원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기술보증기금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한국수출입은행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산업은행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국민은행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한국남부발전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서민금융진흥원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행정안전부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도로교통공단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LH,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국민건강보험공단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언론중재위원회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한국중부발전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한국산업단지공단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KOICA,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축산물품질평가원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한국산업기술진흥원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한국여성과학기술인육성재단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한국어촌어항공단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37146"/>
                  </a:ext>
                </a:extLst>
              </a:tr>
              <a:tr h="1092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기타경력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및 자격사항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한국표준협회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ESG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경영 컨설턴트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경기도경제과학진흥원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 수행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/>
                        <a:t>서울교통공사 채용대행 용역 제안서 평가위원</a:t>
                      </a:r>
                      <a:endParaRPr lang="en-US" altLang="ko-KR" sz="1100" b="0" dirty="0"/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사람인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 HR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인증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1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급 전문면접관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(CPI)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생애설계코치전문가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1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급 자격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350702"/>
                  </a:ext>
                </a:extLst>
              </a:tr>
            </a:tbl>
          </a:graphicData>
        </a:graphic>
      </p:graphicFrame>
      <p:pic>
        <p:nvPicPr>
          <p:cNvPr id="4" name="그림 3" descr="인간의 얼굴, 사람, 의류, 이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A2CED8-1AF4-8BF7-AF3F-5849FDFA7D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44" y="859283"/>
            <a:ext cx="1189604" cy="14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49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289</Words>
  <Application>Microsoft Office PowerPoint</Application>
  <PresentationFormat>화면 슬라이드 쇼(4:3)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김민균 Profile(alsrbs33@naver.com)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LG</dc:creator>
  <cp:lastModifiedBy>권미경</cp:lastModifiedBy>
  <cp:revision>96</cp:revision>
  <dcterms:created xsi:type="dcterms:W3CDTF">2018-04-15T10:55:37Z</dcterms:created>
  <dcterms:modified xsi:type="dcterms:W3CDTF">2025-04-13T05:08:41Z</dcterms:modified>
</cp:coreProperties>
</file>