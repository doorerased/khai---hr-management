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lwave.corp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690223"/>
              </p:ext>
            </p:extLst>
          </p:nvPr>
        </p:nvGraphicFramePr>
        <p:xfrm>
          <a:off x="220132" y="505357"/>
          <a:ext cx="8781023" cy="227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878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 err="1"/>
                        <a:t>기본인적사항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834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이         </a:t>
                      </a:r>
                      <a:r>
                        <a:rPr lang="ko-KR" altLang="en-US" sz="1300" b="1" dirty="0" err="1"/>
                        <a:t>름</a:t>
                      </a:r>
                      <a:endParaRPr lang="ko-KR" altLang="en-US"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이정은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1976</a:t>
                      </a:r>
                      <a:r>
                        <a:rPr lang="ko-KR" altLang="en-US" sz="1300" dirty="0"/>
                        <a:t>년 </a:t>
                      </a:r>
                      <a:r>
                        <a:rPr lang="en-US" altLang="ko-KR" sz="1300" dirty="0"/>
                        <a:t>5</a:t>
                      </a:r>
                      <a:r>
                        <a:rPr lang="ko-KR" altLang="en-US" sz="1300" dirty="0"/>
                        <a:t>월 </a:t>
                      </a:r>
                      <a:r>
                        <a:rPr lang="en-US" altLang="ko-KR" sz="1300" dirty="0"/>
                        <a:t>12</a:t>
                      </a:r>
                      <a:r>
                        <a:rPr lang="ko-KR" altLang="en-US" sz="13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28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주식회사 </a:t>
                      </a:r>
                      <a:r>
                        <a:rPr lang="ko-KR" altLang="en-US" sz="1200" baseline="0" dirty="0" err="1"/>
                        <a:t>엘웨이브</a:t>
                      </a:r>
                      <a:r>
                        <a:rPr lang="ko-KR" altLang="en-US" sz="1200" baseline="0" dirty="0"/>
                        <a:t> 대표   </a:t>
                      </a:r>
                      <a:r>
                        <a:rPr lang="en-US" altLang="ko-KR" sz="1200" baseline="0" dirty="0"/>
                        <a:t>/ </a:t>
                      </a:r>
                      <a:r>
                        <a:rPr lang="en-US" altLang="ko-KR" sz="1200" baseline="0" dirty="0">
                          <a:hlinkClick r:id="rId2"/>
                        </a:rPr>
                        <a:t>lwave.corp@gmail.com</a:t>
                      </a:r>
                      <a:r>
                        <a:rPr lang="en-US" altLang="ko-KR" sz="1200" baseline="0" dirty="0"/>
                        <a:t> / 010-9919-0422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7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역량평가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경영일반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인사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재무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자산운영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영업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금융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경영컨설팅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전략기획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고객관리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83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학          </a:t>
                      </a:r>
                      <a:r>
                        <a:rPr lang="ko-KR" altLang="en-US" sz="1300" b="1" dirty="0" err="1"/>
                        <a:t>력</a:t>
                      </a:r>
                      <a:endParaRPr lang="ko-KR" altLang="en-US" sz="1300" b="1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 서울여자대학교 식품미생물공학과 학사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001000"/>
              </p:ext>
            </p:extLst>
          </p:nvPr>
        </p:nvGraphicFramePr>
        <p:xfrm>
          <a:off x="191927" y="2857678"/>
          <a:ext cx="8760145" cy="291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62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(2021.01~</a:t>
                      </a:r>
                      <a:r>
                        <a:rPr lang="ko-KR" altLang="en-US" sz="1200" dirty="0"/>
                        <a:t>현재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주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 err="1"/>
                        <a:t>엘웨이브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대표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경영 컨설팅 및 서비스</a:t>
                      </a:r>
                      <a:r>
                        <a:rPr lang="en-US" altLang="ko-KR" sz="1200" dirty="0"/>
                        <a:t>) 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(2013.10~2020.03) </a:t>
                      </a:r>
                      <a:r>
                        <a:rPr lang="ko-KR" altLang="en-US" sz="1200" dirty="0" err="1"/>
                        <a:t>다이와증권</a:t>
                      </a:r>
                      <a:r>
                        <a:rPr lang="ko-KR" altLang="en-US" sz="1200" dirty="0"/>
                        <a:t> 코리아</a:t>
                      </a:r>
                      <a:r>
                        <a:rPr lang="en-US" altLang="ko-KR" sz="1200" dirty="0"/>
                        <a:t>  </a:t>
                      </a:r>
                      <a:r>
                        <a:rPr lang="ko-KR" altLang="en-US" sz="1200" dirty="0"/>
                        <a:t>기획부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부장</a:t>
                      </a:r>
                      <a:r>
                        <a:rPr lang="en-US" altLang="ko-KR" sz="1200" dirty="0"/>
                        <a:t> (</a:t>
                      </a:r>
                      <a:r>
                        <a:rPr lang="ko-KR" altLang="en-US" sz="1200" dirty="0"/>
                        <a:t>전략기획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경영평가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  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(2006.01~2011.08) </a:t>
                      </a:r>
                      <a:r>
                        <a:rPr lang="ko-KR" altLang="en-US" sz="1200" dirty="0" err="1"/>
                        <a:t>노무라에셋매니지먼트</a:t>
                      </a:r>
                      <a:r>
                        <a:rPr lang="ko-KR" altLang="en-US" sz="1200" dirty="0"/>
                        <a:t> 과장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인사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총무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재무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46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수행실적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&lt;</a:t>
                      </a:r>
                      <a:r>
                        <a:rPr lang="ko-KR" altLang="en-US" sz="1200" b="0" dirty="0"/>
                        <a:t>면접</a:t>
                      </a:r>
                      <a:r>
                        <a:rPr lang="en-US" altLang="ko-KR" sz="1200" b="0" dirty="0"/>
                        <a:t>&gt; </a:t>
                      </a:r>
                      <a:r>
                        <a:rPr lang="ko-KR" altLang="en-US" sz="1200" b="0" dirty="0"/>
                        <a:t>세종어학당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한국장학재단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한국산업기술시험평가원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우리카드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한국전력기술</a:t>
                      </a:r>
                      <a:endParaRPr lang="en-US" altLang="ko-KR" sz="1200" b="0" dirty="0"/>
                    </a:p>
                    <a:p>
                      <a:pPr latinLnBrk="1"/>
                      <a:r>
                        <a:rPr lang="ko-KR" altLang="en-US" sz="1200" b="0" dirty="0" err="1"/>
                        <a:t>노무라에셋매니지먼트</a:t>
                      </a:r>
                      <a:r>
                        <a:rPr lang="en-US" altLang="ko-KR" sz="1200" b="0" dirty="0"/>
                        <a:t> , </a:t>
                      </a:r>
                      <a:r>
                        <a:rPr lang="ko-KR" altLang="en-US" sz="1200" b="0" dirty="0" err="1"/>
                        <a:t>다이와증권</a:t>
                      </a:r>
                      <a:endParaRPr lang="en-US" altLang="ko-KR" sz="1200" b="0" dirty="0"/>
                    </a:p>
                    <a:p>
                      <a:pPr latinLnBrk="1"/>
                      <a:endParaRPr lang="en-US" altLang="ko-KR" sz="1200" b="0" dirty="0"/>
                    </a:p>
                    <a:p>
                      <a:pPr latinLnBrk="1"/>
                      <a:r>
                        <a:rPr lang="en-US" altLang="ko-KR" sz="1200" b="0" dirty="0"/>
                        <a:t>&lt;</a:t>
                      </a:r>
                      <a:r>
                        <a:rPr lang="ko-KR" altLang="en-US" sz="1200" b="0" dirty="0"/>
                        <a:t>서류</a:t>
                      </a:r>
                      <a:r>
                        <a:rPr lang="en-US" altLang="ko-KR" sz="1200" b="0" dirty="0"/>
                        <a:t>&gt; </a:t>
                      </a:r>
                      <a:r>
                        <a:rPr lang="ko-KR" altLang="en-US" sz="1200" b="0" dirty="0"/>
                        <a:t>농협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서울신용보증재단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국민은행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다이와증권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기업은행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174095"/>
              </p:ext>
            </p:extLst>
          </p:nvPr>
        </p:nvGraphicFramePr>
        <p:xfrm>
          <a:off x="179512" y="5693891"/>
          <a:ext cx="8752578" cy="1152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0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60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기타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자격</a:t>
                      </a:r>
                      <a:r>
                        <a:rPr lang="ko-KR" altLang="en-US" sz="1400" baseline="0" dirty="0"/>
                        <a:t> 및 이수</a:t>
                      </a:r>
                      <a:r>
                        <a:rPr lang="en-US" altLang="ko-KR" sz="1400" baseline="0" dirty="0"/>
                        <a:t>, </a:t>
                      </a:r>
                      <a:r>
                        <a:rPr lang="ko-KR" altLang="en-US" sz="1400" baseline="0" dirty="0"/>
                        <a:t>저서 등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/>
                        <a:t>채용전문가자격과정이수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공정채용면접관 교육과정이수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한국표준협회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0" y="1"/>
            <a:ext cx="2428860" cy="428604"/>
          </a:xfrm>
        </p:spPr>
        <p:txBody>
          <a:bodyPr>
            <a:normAutofit fontScale="90000"/>
          </a:bodyPr>
          <a:lstStyle/>
          <a:p>
            <a:pPr>
              <a:tabLst>
                <a:tab pos="533400" algn="l"/>
                <a:tab pos="625475" algn="l"/>
              </a:tabLst>
            </a:pPr>
            <a:r>
              <a:rPr lang="ko-KR" altLang="en-US" sz="2400" b="1" dirty="0">
                <a:solidFill>
                  <a:schemeClr val="accent1"/>
                </a:solidFill>
              </a:rPr>
              <a:t>면접관</a:t>
            </a:r>
            <a:r>
              <a:rPr lang="en-US" altLang="ko-KR" sz="2400" b="1" dirty="0">
                <a:solidFill>
                  <a:schemeClr val="accent1"/>
                </a:solidFill>
              </a:rPr>
              <a:t> Profile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2" name="그림 1" descr="IMG_0011E 반명함">
            <a:extLst>
              <a:ext uri="{FF2B5EF4-FFF2-40B4-BE49-F238E27FC236}">
                <a16:creationId xmlns:a16="http://schemas.microsoft.com/office/drawing/2014/main" id="{18C64917-BEAD-A904-4280-0304C151646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0132" y="956979"/>
            <a:ext cx="1327533" cy="165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3209</TotalTime>
  <Words>151</Words>
  <Application>Microsoft Office PowerPoint</Application>
  <PresentationFormat>화면 슬라이드 쇼(4:3)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96</cp:revision>
  <cp:lastPrinted>2017-10-19T02:00:40Z</cp:lastPrinted>
  <dcterms:created xsi:type="dcterms:W3CDTF">2014-08-26T23:33:08Z</dcterms:created>
  <dcterms:modified xsi:type="dcterms:W3CDTF">2026-01-28T03:10:39Z</dcterms:modified>
</cp:coreProperties>
</file>