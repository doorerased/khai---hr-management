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6" autoAdjust="0"/>
    <p:restoredTop sz="94660"/>
  </p:normalViewPr>
  <p:slideViewPr>
    <p:cSldViewPr>
      <p:cViewPr varScale="1">
        <p:scale>
          <a:sx n="104" d="100"/>
          <a:sy n="104" d="100"/>
        </p:scale>
        <p:origin x="1696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17336" y="476672"/>
          <a:ext cx="8893654" cy="1945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4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6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169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기본인적사항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411">
                <a:tc row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정 수 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1976 . 11 . 19.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41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200" b="1" baseline="0" dirty="0"/>
                        <a:t> </a:t>
                      </a:r>
                      <a:r>
                        <a:rPr lang="ko-KR" altLang="en-US" sz="1200" b="1" baseline="0" dirty="0" err="1"/>
                        <a:t>바로컨설팅</a:t>
                      </a:r>
                      <a:r>
                        <a:rPr lang="ko-KR" altLang="en-US" sz="1100" b="1" baseline="0" dirty="0"/>
                        <a:t>          </a:t>
                      </a:r>
                      <a:r>
                        <a:rPr lang="ko-KR" altLang="en-US" sz="1100" b="0" baseline="0" dirty="0"/>
                        <a:t>연락처 </a:t>
                      </a:r>
                      <a:r>
                        <a:rPr lang="en-US" altLang="ko-KR" sz="1100" b="0" baseline="0" dirty="0"/>
                        <a:t>:  </a:t>
                      </a:r>
                      <a:r>
                        <a:rPr lang="en-US" altLang="ko-KR" sz="1100" baseline="0" dirty="0"/>
                        <a:t>010 – 2887 – 5451   </a:t>
                      </a:r>
                      <a:r>
                        <a:rPr lang="ko-KR" altLang="en-US" sz="1100" baseline="0" dirty="0" err="1"/>
                        <a:t>이메일</a:t>
                      </a:r>
                      <a:r>
                        <a:rPr lang="ko-KR" altLang="en-US" sz="1100" baseline="0" dirty="0"/>
                        <a:t> </a:t>
                      </a:r>
                      <a:r>
                        <a:rPr lang="en-US" altLang="ko-KR" sz="1100" baseline="0" dirty="0"/>
                        <a:t>: fallingup76@hanmail.net</a:t>
                      </a:r>
                      <a:endParaRPr lang="ko-KR" altLang="en-US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36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ko-KR" altLang="en-US" sz="1100" dirty="0">
                          <a:latin typeface="+mn-lt"/>
                        </a:rPr>
                        <a:t>경영진단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경영컨설팅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역량평가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인사평가</a:t>
                      </a:r>
                      <a:r>
                        <a:rPr lang="en-US" altLang="ko-KR" sz="1100" dirty="0">
                          <a:latin typeface="+mn-lt"/>
                        </a:rPr>
                        <a:t>,  </a:t>
                      </a:r>
                      <a:r>
                        <a:rPr lang="ko-KR" altLang="en-US" sz="1100" dirty="0">
                          <a:latin typeface="+mn-lt"/>
                        </a:rPr>
                        <a:t>채용심사</a:t>
                      </a:r>
                      <a:r>
                        <a:rPr lang="en-US" altLang="ko-KR" sz="1100" dirty="0">
                          <a:latin typeface="+mn-lt"/>
                        </a:rPr>
                        <a:t>, HRD, </a:t>
                      </a:r>
                      <a:r>
                        <a:rPr lang="ko-KR" altLang="en-US" sz="1100" dirty="0">
                          <a:latin typeface="+mn-lt"/>
                        </a:rPr>
                        <a:t>서비스기획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조직관리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41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 서울대학교 식품영양학 학사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170138"/>
              </p:ext>
            </p:extLst>
          </p:nvPr>
        </p:nvGraphicFramePr>
        <p:xfrm>
          <a:off x="85029" y="2470503"/>
          <a:ext cx="8933317" cy="3355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2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030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경력사항 및 수행실적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2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現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Baro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컨설팅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(2018</a:t>
                      </a:r>
                      <a:r>
                        <a:rPr lang="en-US" altLang="ko-KR" sz="11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현재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 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인사평가 채용심사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기업컨설팅 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교육컨설팅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HRD, NCS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 직무역량개발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前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NCS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테스트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(2015 ~2018)</a:t>
                      </a:r>
                      <a:r>
                        <a:rPr lang="en-US" altLang="ko-KR" sz="11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인사</a:t>
                      </a:r>
                      <a:r>
                        <a:rPr lang="en-US" altLang="ko-KR" sz="11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채용심사</a:t>
                      </a:r>
                      <a:r>
                        <a:rPr lang="en-US" altLang="ko-KR" sz="11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선발</a:t>
                      </a:r>
                      <a:r>
                        <a:rPr lang="en-US" altLang="ko-KR" sz="11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교육</a:t>
                      </a:r>
                      <a:endParaRPr lang="ko-KR" altLang="en-US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前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 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스카우트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(2003~2006)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 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인재 채용 및 기업 서비스 개발  </a:t>
                      </a:r>
                    </a:p>
                    <a:p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前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 </a:t>
                      </a:r>
                      <a:r>
                        <a:rPr lang="ko-KR" altLang="en-US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샘표식품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주식회사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(2000~2003)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 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전략기획팀 인사 조직 담당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인사평가제도 설계 및 운영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</a:p>
                    <a:p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대졸공채 기획 및 운영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임직원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신입사원 교육 제도 기획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10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수행실적</a:t>
                      </a:r>
                      <a:endParaRPr lang="en-US" altLang="ko-K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100" b="1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면접</a:t>
                      </a:r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]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한국가스공사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한국증권금융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한국연구재단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해양교통안전공단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포천시청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신용보증재단중앙회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한국전력기술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한국임업진흥원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국가유산진흥원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KOICA,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한국국제교류재단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한국산업기술기획평가원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산업은행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축산물품질평가원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대한무역투자진흥공사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하나은행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한국인터넷진흥원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대한장애인체육회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경기문화재단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제주신용보증재단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우리금융캐피탈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한국산업단지공단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수협중앙회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한국남부발전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정보통신산업진흥원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한국토지주택공사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하나캐피탈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대한체육회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kern="120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여수광양항만공사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국민은행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kern="120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국립호남권생물자원관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한국환경공단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한국환경산업기술원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한국관광공사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국민건강보험공단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한국동서발전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한국교통안전공단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코레일테크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국립항공박물관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한전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KPS,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한전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KDN, </a:t>
                      </a:r>
                      <a:r>
                        <a:rPr lang="ko-KR" altLang="en-US" sz="1050" b="0" kern="120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제주특별자치도개발공사</a:t>
                      </a:r>
                      <a:r>
                        <a:rPr lang="en-US" altLang="ko-KR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한국원자력연료</a:t>
                      </a:r>
                      <a:endParaRPr lang="en-US" altLang="ko-KR" sz="1050" b="0" kern="120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100" b="1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서류평가</a:t>
                      </a:r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남동발전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한국사회보장정보원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한국발명진흥회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국방기술진흥연구소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한국데이터산업진흥원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방송통신심의위원회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국민건강보험공단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한국연구재단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IBK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기업은행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한국관광공사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한전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FMS,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대한무역투자진흥공사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한국표준협회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한국보건산업진흥원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국립낙동강생물자원관</a:t>
                      </a:r>
                      <a:endParaRPr lang="en-US" altLang="ko-KR" sz="1000" b="0" kern="120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[NCS </a:t>
                      </a:r>
                      <a:r>
                        <a:rPr lang="ko-KR" altLang="en-US" sz="1100" b="1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직업기초능력 문항개발 전문위원</a:t>
                      </a:r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314644"/>
              </p:ext>
            </p:extLst>
          </p:nvPr>
        </p:nvGraphicFramePr>
        <p:xfrm>
          <a:off x="117336" y="5791753"/>
          <a:ext cx="8919160" cy="946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9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431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자격 및 이수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함초롬돋움" panose="02030504000101010101" pitchFamily="18" charset="-127"/>
                        </a:rPr>
                        <a:t>서울시 뉴딜  일자리 </a:t>
                      </a:r>
                      <a:r>
                        <a:rPr lang="ko-KR" altLang="en-US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함초롬돋움" panose="02030504000101010101" pitchFamily="18" charset="-127"/>
                        </a:rPr>
                        <a:t>직무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함초롬돋움" panose="02030504000101010101" pitchFamily="18" charset="-127"/>
                        </a:rPr>
                        <a:t>(</a:t>
                      </a:r>
                      <a:r>
                        <a:rPr lang="ko-KR" altLang="en-US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함초롬돋움" panose="02030504000101010101" pitchFamily="18" charset="-127"/>
                        </a:rPr>
                        <a:t>인사 채용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함초롬돋움" panose="02030504000101010101" pitchFamily="18" charset="-127"/>
                        </a:rPr>
                        <a:t>) </a:t>
                      </a:r>
                      <a:r>
                        <a:rPr lang="ko-KR" altLang="en-US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함초롬돋움" panose="02030504000101010101" pitchFamily="18" charset="-127"/>
                        </a:rPr>
                        <a:t>교육컨설팅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함초롬돋움" panose="02030504000101010101" pitchFamily="18" charset="-127"/>
                      </a:endParaRPr>
                    </a:p>
                    <a:p>
                      <a:pPr marL="177800" indent="-177800" latinLnBrk="1">
                        <a:buFont typeface="Arial" pitchFamily="34" charset="0"/>
                        <a:buChar char="•"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전문 면접관 교육과정 수료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한국인재평가연구소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err="1">
                          <a:latin typeface="+mn-ea"/>
                          <a:ea typeface="+mn-ea"/>
                        </a:rPr>
                        <a:t>라온컨설팅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err="1">
                          <a:latin typeface="+mn-ea"/>
                          <a:ea typeface="+mn-ea"/>
                        </a:rPr>
                        <a:t>이노</a:t>
                      </a:r>
                      <a:r>
                        <a:rPr lang="en-US" altLang="ko-KR" sz="1100">
                          <a:latin typeface="+mn-ea"/>
                          <a:ea typeface="+mn-ea"/>
                        </a:rPr>
                        <a:t>HR)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0" y="1"/>
            <a:ext cx="2643174" cy="428604"/>
          </a:xfrm>
        </p:spPr>
        <p:txBody>
          <a:bodyPr>
            <a:normAutofit fontScale="90000"/>
          </a:bodyPr>
          <a:lstStyle/>
          <a:p>
            <a:pPr>
              <a:tabLst>
                <a:tab pos="533400" algn="l"/>
                <a:tab pos="625475" algn="l"/>
              </a:tabLst>
            </a:pPr>
            <a:r>
              <a:rPr lang="ko-KR" altLang="en-US" sz="24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</a:rPr>
              <a:t> Profile </a:t>
            </a:r>
            <a:endParaRPr lang="ko-KR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그림 3" descr="사람, 의류, 여자, 가장이(가) 표시된 사진&#10;&#10;자동 생성된 설명">
            <a:extLst>
              <a:ext uri="{FF2B5EF4-FFF2-40B4-BE49-F238E27FC236}">
                <a16:creationId xmlns:a16="http://schemas.microsoft.com/office/drawing/2014/main" id="{6574397E-C63F-42C7-ACFB-C7D68E8139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60"/>
          <a:stretch/>
        </p:blipFill>
        <p:spPr>
          <a:xfrm>
            <a:off x="125669" y="928384"/>
            <a:ext cx="1349987" cy="152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936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312</Words>
  <Application>Microsoft Office PowerPoint</Application>
  <PresentationFormat>화면 슬라이드 쇼(4:3)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작성법</dc:title>
  <dc:creator>LG</dc:creator>
  <cp:lastModifiedBy>권미경</cp:lastModifiedBy>
  <cp:revision>42</cp:revision>
  <dcterms:created xsi:type="dcterms:W3CDTF">2020-11-22T09:49:43Z</dcterms:created>
  <dcterms:modified xsi:type="dcterms:W3CDTF">2025-04-08T12:19:44Z</dcterms:modified>
</cp:coreProperties>
</file>