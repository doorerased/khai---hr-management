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8" r:id="rId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7889A8-F99E-43A2-83C8-A2091B9651E6}" v="31" dt="2023-10-09T09:20:40.9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7" autoAdjust="0"/>
    <p:restoredTop sz="94660"/>
  </p:normalViewPr>
  <p:slideViewPr>
    <p:cSldViewPr>
      <p:cViewPr varScale="1">
        <p:scale>
          <a:sx n="70" d="100"/>
          <a:sy n="70" d="100"/>
        </p:scale>
        <p:origin x="1733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H Kim" userId="e882167a5f75bece" providerId="LiveId" clId="{9A7889A8-F99E-43A2-83C8-A2091B9651E6}"/>
    <pc:docChg chg="modSld">
      <pc:chgData name="JH Kim" userId="e882167a5f75bece" providerId="LiveId" clId="{9A7889A8-F99E-43A2-83C8-A2091B9651E6}" dt="2023-10-09T09:20:58.943" v="535" actId="20577"/>
      <pc:docMkLst>
        <pc:docMk/>
      </pc:docMkLst>
      <pc:sldChg chg="modSp mod">
        <pc:chgData name="JH Kim" userId="e882167a5f75bece" providerId="LiveId" clId="{9A7889A8-F99E-43A2-83C8-A2091B9651E6}" dt="2023-10-09T09:20:58.943" v="535" actId="20577"/>
        <pc:sldMkLst>
          <pc:docMk/>
          <pc:sldMk cId="3202088032" sldId="258"/>
        </pc:sldMkLst>
        <pc:graphicFrameChg chg="mod modGraphic">
          <ac:chgData name="JH Kim" userId="e882167a5f75bece" providerId="LiveId" clId="{9A7889A8-F99E-43A2-83C8-A2091B9651E6}" dt="2023-10-09T09:20:58.943" v="535" actId="20577"/>
          <ac:graphicFrameMkLst>
            <pc:docMk/>
            <pc:sldMk cId="3202088032" sldId="258"/>
            <ac:graphicFrameMk id="5" creationId="{00000000-0000-0000-0000-000000000000}"/>
          </ac:graphicFrameMkLst>
        </pc:graphicFrameChg>
        <pc:graphicFrameChg chg="mod modGraphic">
          <ac:chgData name="JH Kim" userId="e882167a5f75bece" providerId="LiveId" clId="{9A7889A8-F99E-43A2-83C8-A2091B9651E6}" dt="2023-10-09T09:16:23.082" v="188" actId="20577"/>
          <ac:graphicFrameMkLst>
            <pc:docMk/>
            <pc:sldMk cId="3202088032" sldId="258"/>
            <ac:graphicFrameMk id="7" creationId="{00000000-0000-0000-0000-000000000000}"/>
          </ac:graphicFrameMkLst>
        </pc:graphicFrameChg>
        <pc:graphicFrameChg chg="mod modGraphic">
          <ac:chgData name="JH Kim" userId="e882167a5f75bece" providerId="LiveId" clId="{9A7889A8-F99E-43A2-83C8-A2091B9651E6}" dt="2023-10-09T09:19:53.050" v="508" actId="255"/>
          <ac:graphicFrameMkLst>
            <pc:docMk/>
            <pc:sldMk cId="3202088032" sldId="258"/>
            <ac:graphicFrameMk id="8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5D1CAD-79E2-443A-890F-9D867EA80623}" type="datetimeFigureOut">
              <a:rPr lang="ko-KR" altLang="en-US" smtClean="0"/>
              <a:t>2025-05-29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C56747-5DF3-49CF-A9E3-67898158F7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270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C56747-5DF3-49CF-A9E3-67898158F7E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54717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2025-05-29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2025-05-29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2025-05-29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2025-05-29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2025-05-29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2025-05-29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2025-05-29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2025-05-29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2025-05-29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2025-05-29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2025-05-29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D2EA09-EA89-4E79-8D3C-316B79FCE3DD}" type="datetimeFigureOut">
              <a:rPr lang="ko-KR" altLang="en-US" smtClean="0"/>
              <a:pPr/>
              <a:t>2025-05-29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8866926"/>
              </p:ext>
            </p:extLst>
          </p:nvPr>
        </p:nvGraphicFramePr>
        <p:xfrm>
          <a:off x="220132" y="404664"/>
          <a:ext cx="8781023" cy="20685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14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87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94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88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726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0448">
                <a:tc gridSpan="5">
                  <a:txBody>
                    <a:bodyPr/>
                    <a:lstStyle/>
                    <a:p>
                      <a:pPr marL="285750" indent="-285750" latinLnBrk="1">
                        <a:buFont typeface="Wingdings" pitchFamily="2" charset="2"/>
                        <a:buChar char="Ø"/>
                      </a:pPr>
                      <a:r>
                        <a:rPr lang="ko-KR" altLang="en-US" sz="1600" dirty="0"/>
                        <a:t>기본 인적사항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483">
                <a:tc rowSpan="4">
                  <a:txBody>
                    <a:bodyPr/>
                    <a:lstStyle/>
                    <a:p>
                      <a:pPr algn="ctr" latinLnBrk="1"/>
                      <a:endParaRPr lang="en-US" altLang="ko-KR" sz="1100" dirty="0"/>
                    </a:p>
                    <a:p>
                      <a:pPr algn="ctr" latinLnBrk="1"/>
                      <a:endParaRPr lang="en-US" altLang="ko-KR" sz="1100" dirty="0"/>
                    </a:p>
                    <a:p>
                      <a:pPr algn="ctr" latinLnBrk="1"/>
                      <a:endParaRPr lang="en-US" altLang="ko-KR" sz="1100" dirty="0"/>
                    </a:p>
                    <a:p>
                      <a:pPr algn="ctr" latinLnBrk="1"/>
                      <a:r>
                        <a:rPr lang="ko-KR" altLang="en-US" sz="1100" dirty="0"/>
                        <a:t>사 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이         </a:t>
                      </a:r>
                      <a:r>
                        <a:rPr lang="ko-KR" altLang="en-US" sz="1200" b="1" dirty="0" err="1">
                          <a:latin typeface="+mj-ea"/>
                          <a:ea typeface="+mj-ea"/>
                        </a:rPr>
                        <a:t>름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김서용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생 년 월 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1972.07.19.</a:t>
                      </a:r>
                      <a:endParaRPr lang="ko-KR" alt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404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소속 및 연락처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latin typeface="+mn-lt"/>
                        </a:rPr>
                        <a:t> </a:t>
                      </a:r>
                      <a:r>
                        <a:rPr lang="ko-KR" altLang="en-US" sz="1100" baseline="0" dirty="0">
                          <a:latin typeface="+mn-lt"/>
                        </a:rPr>
                        <a:t>아주대학교 </a:t>
                      </a:r>
                      <a:r>
                        <a:rPr lang="en-US" altLang="ko-KR" sz="1100" baseline="0" dirty="0">
                          <a:latin typeface="+mn-lt"/>
                        </a:rPr>
                        <a:t> </a:t>
                      </a:r>
                      <a:r>
                        <a:rPr lang="ko-KR" altLang="en-US" sz="1100" baseline="0" dirty="0">
                          <a:latin typeface="+mn-lt"/>
                        </a:rPr>
                        <a:t>행정학과 교수</a:t>
                      </a:r>
                      <a:r>
                        <a:rPr lang="en-US" altLang="ko-KR" sz="1100" baseline="0" dirty="0">
                          <a:latin typeface="+mn-lt"/>
                        </a:rPr>
                        <a:t>          010-2763-5388          seoyongkim@ajou.ac.kr</a:t>
                      </a:r>
                      <a:endParaRPr lang="ko-KR" altLang="en-US" sz="1100" dirty="0">
                        <a:latin typeface="+mn-lt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856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전  문  분 야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100" dirty="0">
                          <a:latin typeface="+mn-lt"/>
                        </a:rPr>
                        <a:t> </a:t>
                      </a:r>
                      <a:r>
                        <a:rPr lang="en-US" altLang="ko-KR" sz="1100" baseline="0" dirty="0">
                          <a:latin typeface="+mn-lt"/>
                        </a:rPr>
                        <a:t> </a:t>
                      </a:r>
                      <a:r>
                        <a:rPr lang="ko-KR" altLang="en-US" sz="1100" baseline="0" dirty="0">
                          <a:latin typeface="+mn-lt"/>
                        </a:rPr>
                        <a:t>행정학</a:t>
                      </a:r>
                      <a:r>
                        <a:rPr lang="en-US" altLang="ko-KR" sz="1100" baseline="0" dirty="0">
                          <a:latin typeface="+mn-lt"/>
                        </a:rPr>
                        <a:t>, </a:t>
                      </a:r>
                      <a:r>
                        <a:rPr lang="ko-KR" altLang="en-US" sz="1100" baseline="0" dirty="0">
                          <a:latin typeface="+mn-lt"/>
                        </a:rPr>
                        <a:t>인사행정</a:t>
                      </a:r>
                      <a:r>
                        <a:rPr lang="en-US" altLang="ko-KR" sz="1100" baseline="0" dirty="0">
                          <a:latin typeface="+mn-lt"/>
                        </a:rPr>
                        <a:t>, </a:t>
                      </a:r>
                      <a:r>
                        <a:rPr lang="ko-KR" altLang="en-US" sz="1100" baseline="0" dirty="0">
                          <a:latin typeface="+mn-lt"/>
                        </a:rPr>
                        <a:t>성과관리</a:t>
                      </a:r>
                      <a:r>
                        <a:rPr lang="en-US" altLang="ko-KR" sz="1100" baseline="0" dirty="0">
                          <a:latin typeface="+mn-lt"/>
                        </a:rPr>
                        <a:t>, </a:t>
                      </a:r>
                      <a:r>
                        <a:rPr lang="ko-KR" altLang="en-US" sz="1100" baseline="0" dirty="0">
                          <a:latin typeface="+mn-lt"/>
                        </a:rPr>
                        <a:t>환경정책</a:t>
                      </a:r>
                      <a:endParaRPr lang="ko-KR" altLang="en-US" sz="1100" dirty="0">
                        <a:latin typeface="+mn-lt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404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학          </a:t>
                      </a:r>
                      <a:r>
                        <a:rPr lang="ko-KR" altLang="en-US" sz="1200" b="1" dirty="0" err="1">
                          <a:latin typeface="+mj-ea"/>
                          <a:ea typeface="+mj-ea"/>
                        </a:rPr>
                        <a:t>력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latin typeface="+mn-lt"/>
                        </a:rPr>
                        <a:t>아주대학교 </a:t>
                      </a:r>
                      <a:r>
                        <a:rPr lang="en-US" altLang="ko-KR" sz="1100" baseline="0" dirty="0">
                          <a:latin typeface="+mn-lt"/>
                        </a:rPr>
                        <a:t> </a:t>
                      </a:r>
                      <a:r>
                        <a:rPr lang="ko-KR" altLang="en-US" sz="1100" baseline="0" dirty="0">
                          <a:latin typeface="+mn-lt"/>
                        </a:rPr>
                        <a:t>행정</a:t>
                      </a:r>
                      <a:r>
                        <a:rPr lang="ko-KR" altLang="en-US" sz="1100" dirty="0">
                          <a:latin typeface="+mn-lt"/>
                        </a:rPr>
                        <a:t>학 학사</a:t>
                      </a:r>
                      <a:r>
                        <a:rPr lang="en-US" altLang="ko-KR" sz="1100" dirty="0">
                          <a:latin typeface="+mn-lt"/>
                        </a:rPr>
                        <a:t>,  </a:t>
                      </a:r>
                      <a:r>
                        <a:rPr lang="ko-KR" altLang="en-US" sz="1100" dirty="0">
                          <a:latin typeface="+mn-lt"/>
                        </a:rPr>
                        <a:t>고려대학교</a:t>
                      </a:r>
                      <a:r>
                        <a:rPr lang="en-US" altLang="ko-KR" sz="1100" dirty="0">
                          <a:latin typeface="+mn-lt"/>
                        </a:rPr>
                        <a:t> </a:t>
                      </a:r>
                      <a:r>
                        <a:rPr lang="en-US" altLang="ko-KR" sz="1100" baseline="0" dirty="0">
                          <a:latin typeface="+mn-lt"/>
                        </a:rPr>
                        <a:t> </a:t>
                      </a:r>
                      <a:r>
                        <a:rPr lang="ko-KR" altLang="en-US" sz="1100" baseline="0" dirty="0">
                          <a:latin typeface="+mn-lt"/>
                        </a:rPr>
                        <a:t>행정</a:t>
                      </a:r>
                      <a:r>
                        <a:rPr lang="ko-KR" altLang="en-US" sz="1100" dirty="0">
                          <a:latin typeface="+mn-lt"/>
                        </a:rPr>
                        <a:t>학 석사</a:t>
                      </a:r>
                      <a:r>
                        <a:rPr lang="en-US" altLang="ko-KR" sz="1100" dirty="0">
                          <a:latin typeface="+mn-lt"/>
                        </a:rPr>
                        <a:t>, </a:t>
                      </a:r>
                      <a:r>
                        <a:rPr lang="ko-KR" altLang="en-US" sz="1100" dirty="0">
                          <a:latin typeface="+mn-lt"/>
                        </a:rPr>
                        <a:t>고려대학교</a:t>
                      </a:r>
                      <a:r>
                        <a:rPr lang="en-US" altLang="ko-KR" sz="1100" dirty="0">
                          <a:latin typeface="+mn-lt"/>
                        </a:rPr>
                        <a:t> </a:t>
                      </a:r>
                      <a:r>
                        <a:rPr lang="en-US" altLang="ko-KR" sz="1100" baseline="0" dirty="0">
                          <a:latin typeface="+mn-lt"/>
                        </a:rPr>
                        <a:t> </a:t>
                      </a:r>
                      <a:r>
                        <a:rPr lang="ko-KR" altLang="en-US" sz="1100" baseline="0" dirty="0">
                          <a:latin typeface="+mn-lt"/>
                        </a:rPr>
                        <a:t>행정</a:t>
                      </a:r>
                      <a:r>
                        <a:rPr lang="ko-KR" altLang="en-US" sz="1100" dirty="0">
                          <a:latin typeface="+mn-lt"/>
                        </a:rPr>
                        <a:t>학 박사</a:t>
                      </a:r>
                      <a:r>
                        <a:rPr lang="en-US" altLang="ko-KR" sz="1100" dirty="0">
                          <a:latin typeface="+mn-lt"/>
                        </a:rPr>
                        <a:t> </a:t>
                      </a:r>
                      <a:r>
                        <a:rPr lang="ko-KR" altLang="en-US" sz="1100" dirty="0">
                          <a:latin typeface="+mn-lt"/>
                        </a:rPr>
                        <a:t> 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9001549"/>
              </p:ext>
            </p:extLst>
          </p:nvPr>
        </p:nvGraphicFramePr>
        <p:xfrm>
          <a:off x="220132" y="2497532"/>
          <a:ext cx="8760145" cy="27316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6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534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8771">
                <a:tc gridSpan="2"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ko-KR" altLang="en-US" sz="1600" dirty="0"/>
                        <a:t>경력사항 및 수행실적</a:t>
                      </a: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64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주요이력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現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아주</a:t>
                      </a:r>
                      <a:r>
                        <a:rPr lang="ko-KR" altLang="en-US" sz="1100" baseline="0" dirty="0">
                          <a:latin typeface="+mn-lt"/>
                        </a:rPr>
                        <a:t>대학교 </a:t>
                      </a:r>
                      <a:r>
                        <a:rPr lang="en-US" altLang="ko-KR" sz="1100" baseline="0" dirty="0">
                          <a:latin typeface="+mn-lt"/>
                        </a:rPr>
                        <a:t> </a:t>
                      </a:r>
                      <a:r>
                        <a:rPr lang="ko-KR" altLang="en-US" sz="1100" baseline="0" dirty="0">
                          <a:latin typeface="+mn-lt"/>
                        </a:rPr>
                        <a:t>행정학과 교수</a:t>
                      </a:r>
                      <a:r>
                        <a:rPr lang="en-US" altLang="ko-KR" sz="1100" baseline="0" dirty="0">
                          <a:latin typeface="+mn-lt"/>
                        </a:rPr>
                        <a:t> (2004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년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~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현재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</a:t>
                      </a:r>
                    </a:p>
                    <a:p>
                      <a:pPr marL="180975" marR="0" lvl="0" indent="-180975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現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 </a:t>
                      </a:r>
                      <a:r>
                        <a:rPr kumimoji="0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행정학회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정회원 </a:t>
                      </a:r>
                      <a:r>
                        <a:rPr lang="en-US" altLang="ko-KR" sz="1100" baseline="0" dirty="0">
                          <a:latin typeface="+mn-lt"/>
                        </a:rPr>
                        <a:t>(2004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년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~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현재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 </a:t>
                      </a:r>
                    </a:p>
                    <a:p>
                      <a:pPr marL="180975" marR="0" lvl="0" indent="-180975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前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kumimoji="0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한국정책분석평가학회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회장</a:t>
                      </a:r>
                      <a:r>
                        <a:rPr lang="ko-KR" altLang="en-US" sz="1100" baseline="0" dirty="0">
                          <a:latin typeface="+mn-lt"/>
                        </a:rPr>
                        <a:t> </a:t>
                      </a:r>
                      <a:r>
                        <a:rPr lang="en-US" altLang="ko-KR" sz="1100" baseline="0" dirty="0">
                          <a:latin typeface="+mn-lt"/>
                        </a:rPr>
                        <a:t>(2013</a:t>
                      </a:r>
                      <a:r>
                        <a:rPr lang="ko-KR" altLang="en-US" sz="1100" baseline="0" dirty="0">
                          <a:latin typeface="+mn-lt"/>
                        </a:rPr>
                        <a:t>년</a:t>
                      </a:r>
                      <a:r>
                        <a:rPr lang="en-US" altLang="ko-KR" sz="1100" baseline="0" dirty="0">
                          <a:latin typeface="+mn-lt"/>
                        </a:rPr>
                        <a:t>)</a:t>
                      </a:r>
                    </a:p>
                    <a:p>
                      <a:pPr marL="180975" marR="0" lvl="0" indent="-180975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前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고려대학교 정부학연구소 연구원</a:t>
                      </a:r>
                      <a:r>
                        <a:rPr lang="en-US" altLang="ko-KR" sz="1100" baseline="0" dirty="0">
                          <a:latin typeface="+mn-lt"/>
                        </a:rPr>
                        <a:t>(2001</a:t>
                      </a:r>
                      <a:r>
                        <a:rPr lang="ko-KR" altLang="en-US" sz="1100" baseline="0" dirty="0">
                          <a:latin typeface="+mn-lt"/>
                        </a:rPr>
                        <a:t>년 </a:t>
                      </a:r>
                      <a:r>
                        <a:rPr lang="en-US" altLang="ko-KR" sz="1100" baseline="0" dirty="0">
                          <a:latin typeface="+mn-lt"/>
                        </a:rPr>
                        <a:t>~ 2003</a:t>
                      </a:r>
                      <a:r>
                        <a:rPr lang="ko-KR" altLang="en-US" sz="1100" baseline="0" dirty="0">
                          <a:latin typeface="+mn-lt"/>
                        </a:rPr>
                        <a:t>년</a:t>
                      </a:r>
                      <a:r>
                        <a:rPr lang="en-US" altLang="ko-KR" sz="1100" baseline="0" dirty="0">
                          <a:latin typeface="+mn-lt"/>
                        </a:rPr>
                        <a:t>)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6646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심사 및 평가</a:t>
                      </a:r>
                      <a:endParaRPr lang="en-US" altLang="ko-KR" sz="1200" b="1" dirty="0"/>
                    </a:p>
                    <a:p>
                      <a:pPr algn="ctr" latinLnBrk="1"/>
                      <a:r>
                        <a:rPr lang="ko-KR" altLang="en-US" sz="1200" b="1" dirty="0"/>
                        <a:t>수행 실적</a:t>
                      </a:r>
                      <a:endParaRPr lang="en-US" altLang="ko-KR" sz="1200" b="1" dirty="0"/>
                    </a:p>
                    <a:p>
                      <a:pPr algn="ctr" latinLnBrk="1"/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dirty="0">
                          <a:latin typeface="+mn-lt"/>
                        </a:rPr>
                        <a:t>서류 평가 </a:t>
                      </a:r>
                      <a:r>
                        <a:rPr lang="en-US" altLang="ko-KR" sz="1100" b="0" dirty="0">
                          <a:latin typeface="+mn-lt"/>
                        </a:rPr>
                        <a:t>: </a:t>
                      </a:r>
                      <a:r>
                        <a:rPr lang="ko-KR" altLang="en-US" sz="1100" b="0" dirty="0">
                          <a:latin typeface="+mn-lt"/>
                        </a:rPr>
                        <a:t>서울시</a:t>
                      </a:r>
                      <a:r>
                        <a:rPr lang="en-US" altLang="ko-KR" sz="1100" b="0" dirty="0">
                          <a:latin typeface="+mn-lt"/>
                        </a:rPr>
                        <a:t>, </a:t>
                      </a:r>
                      <a:r>
                        <a:rPr lang="ko-KR" altLang="en-US" sz="1100" b="0" dirty="0">
                          <a:latin typeface="+mn-lt"/>
                        </a:rPr>
                        <a:t>서울시 교육청</a:t>
                      </a:r>
                      <a:r>
                        <a:rPr lang="en-US" altLang="ko-KR" sz="1100" b="0" dirty="0">
                          <a:latin typeface="+mn-lt"/>
                        </a:rPr>
                        <a:t>, </a:t>
                      </a:r>
                      <a:r>
                        <a:rPr lang="ko-KR" altLang="en-US" sz="1100" b="0" dirty="0" err="1">
                          <a:latin typeface="+mn-lt"/>
                        </a:rPr>
                        <a:t>인사혁신처</a:t>
                      </a:r>
                      <a:r>
                        <a:rPr lang="en-US" altLang="ko-KR" sz="1100" b="0" dirty="0">
                          <a:latin typeface="+mn-lt"/>
                        </a:rPr>
                        <a:t>,</a:t>
                      </a:r>
                      <a:r>
                        <a:rPr lang="en-US" altLang="ko-KR" sz="1100" b="0" baseline="0" dirty="0">
                          <a:latin typeface="+mn-lt"/>
                        </a:rPr>
                        <a:t>  </a:t>
                      </a:r>
                      <a:r>
                        <a:rPr lang="ko-KR" altLang="en-US" sz="1100" b="0" dirty="0">
                          <a:latin typeface="+mn-lt"/>
                        </a:rPr>
                        <a:t>경기도 의회</a:t>
                      </a:r>
                      <a:endParaRPr lang="en-US" altLang="ko-KR" sz="1100" b="0" dirty="0">
                        <a:latin typeface="+mn-lt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dirty="0">
                          <a:latin typeface="+mn-lt"/>
                        </a:rPr>
                        <a:t>면접 평가 </a:t>
                      </a:r>
                      <a:r>
                        <a:rPr lang="en-US" altLang="ko-KR" sz="1100" b="0" dirty="0">
                          <a:latin typeface="+mn-lt"/>
                        </a:rPr>
                        <a:t>: </a:t>
                      </a:r>
                      <a:r>
                        <a:rPr lang="en-US" altLang="ko-KR" sz="1100" baseline="0" dirty="0">
                          <a:latin typeface="+mn-lt"/>
                        </a:rPr>
                        <a:t> </a:t>
                      </a:r>
                      <a:r>
                        <a:rPr lang="ko-KR" altLang="en-US" sz="1100" baseline="0" dirty="0">
                          <a:latin typeface="+mn-lt"/>
                        </a:rPr>
                        <a:t>교육부</a:t>
                      </a:r>
                      <a:r>
                        <a:rPr lang="en-US" altLang="ko-KR" sz="1100" baseline="0" dirty="0">
                          <a:latin typeface="+mn-lt"/>
                        </a:rPr>
                        <a:t>, </a:t>
                      </a:r>
                      <a:r>
                        <a:rPr lang="ko-KR" altLang="en-US" sz="1100" baseline="0" dirty="0">
                          <a:latin typeface="+mn-lt"/>
                        </a:rPr>
                        <a:t>경찰청</a:t>
                      </a:r>
                      <a:r>
                        <a:rPr lang="en-US" altLang="ko-KR" sz="1100" baseline="0" dirty="0">
                          <a:latin typeface="+mn-lt"/>
                        </a:rPr>
                        <a:t>, </a:t>
                      </a:r>
                      <a:r>
                        <a:rPr lang="ko-KR" altLang="en-US" sz="1100" baseline="0" dirty="0" err="1">
                          <a:latin typeface="+mn-lt"/>
                        </a:rPr>
                        <a:t>보훈부</a:t>
                      </a:r>
                      <a:r>
                        <a:rPr lang="en-US" altLang="ko-KR" sz="1100" baseline="0" dirty="0">
                          <a:latin typeface="+mn-lt"/>
                        </a:rPr>
                        <a:t>, </a:t>
                      </a:r>
                      <a:r>
                        <a:rPr lang="ko-KR" altLang="en-US" sz="1100" baseline="0" dirty="0">
                          <a:latin typeface="+mn-lt"/>
                        </a:rPr>
                        <a:t>충청남도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등</a:t>
                      </a:r>
                      <a:endParaRPr lang="en-US" altLang="ko-KR" sz="1100" b="0" dirty="0">
                        <a:latin typeface="+mn-lt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정부과제 심사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: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한국정보사회진흥원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조달청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한국연구재단 등 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외부평가 활동 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: </a:t>
                      </a:r>
                      <a:r>
                        <a:rPr kumimoji="0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인사혁신처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시험출제위원</a:t>
                      </a:r>
                      <a:endParaRPr lang="en-US" altLang="ko-KR" sz="1100" b="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8989161"/>
              </p:ext>
            </p:extLst>
          </p:nvPr>
        </p:nvGraphicFramePr>
        <p:xfrm>
          <a:off x="212170" y="5259360"/>
          <a:ext cx="8752578" cy="14916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90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534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6152">
                <a:tc gridSpan="2"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ko-KR" altLang="en-US" sz="1600" dirty="0"/>
                        <a:t>기타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자격</a:t>
                      </a:r>
                      <a:r>
                        <a:rPr lang="ko-KR" altLang="en-US" sz="1600" baseline="0" dirty="0"/>
                        <a:t> 및 이수</a:t>
                      </a:r>
                      <a:r>
                        <a:rPr lang="en-US" altLang="ko-KR" sz="1600" baseline="0" dirty="0"/>
                        <a:t>, </a:t>
                      </a:r>
                      <a:r>
                        <a:rPr lang="ko-KR" altLang="en-US" sz="1600" baseline="0" dirty="0"/>
                        <a:t>저서</a:t>
                      </a:r>
                      <a:r>
                        <a:rPr lang="en-US" altLang="ko-KR" sz="1600" baseline="0" dirty="0"/>
                        <a:t>, </a:t>
                      </a:r>
                      <a:r>
                        <a:rPr lang="ko-KR" altLang="en-US" sz="1600" baseline="0" dirty="0"/>
                        <a:t>논문 등</a:t>
                      </a:r>
                      <a:r>
                        <a:rPr lang="en-US" altLang="ko-KR" sz="1600" baseline="0" dirty="0"/>
                        <a:t>)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8179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자격 및 이수</a:t>
                      </a:r>
                      <a:endParaRPr lang="en-US" altLang="ko-KR" sz="1200" b="1" dirty="0"/>
                    </a:p>
                    <a:p>
                      <a:pPr algn="ctr" latinLnBrk="1"/>
                      <a:r>
                        <a:rPr lang="ko-KR" altLang="en-US" sz="1200" b="1" dirty="0"/>
                        <a:t>논문</a:t>
                      </a:r>
                    </a:p>
                    <a:p>
                      <a:pPr algn="ctr" latinLnBrk="1"/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itchFamily="34" charset="0"/>
                        <a:buNone/>
                      </a:pPr>
                      <a:r>
                        <a:rPr lang="en-US" altLang="ko-KR" sz="1100" dirty="0"/>
                        <a:t>(</a:t>
                      </a:r>
                      <a:r>
                        <a:rPr lang="ko-KR" altLang="en-US" sz="1100" dirty="0"/>
                        <a:t>저서</a:t>
                      </a:r>
                      <a:r>
                        <a:rPr lang="en-US" altLang="ko-KR" sz="1100" dirty="0"/>
                        <a:t>) </a:t>
                      </a:r>
                      <a:r>
                        <a:rPr lang="ko-KR" altLang="en-US" sz="1100" dirty="0"/>
                        <a:t>행정학 개론 </a:t>
                      </a:r>
                      <a:r>
                        <a:rPr lang="en-US" altLang="ko-KR" sz="1100" dirty="0"/>
                        <a:t>(2025)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8179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(</a:t>
                      </a:r>
                      <a:r>
                        <a:rPr lang="ko-KR" altLang="en-US" sz="1100" dirty="0"/>
                        <a:t>논문</a:t>
                      </a:r>
                      <a:r>
                        <a:rPr lang="en-US" altLang="ko-KR" sz="1100" dirty="0"/>
                        <a:t>) </a:t>
                      </a:r>
                      <a:r>
                        <a:rPr lang="ko-KR" altLang="en-US" sz="1100" dirty="0" err="1"/>
                        <a:t>환경갈등의</a:t>
                      </a:r>
                      <a:r>
                        <a:rPr lang="ko-KR" altLang="en-US" sz="1100" dirty="0"/>
                        <a:t> 문화적 분석</a:t>
                      </a:r>
                      <a:r>
                        <a:rPr lang="en-US" altLang="ko-KR" sz="1100" dirty="0"/>
                        <a:t>. </a:t>
                      </a:r>
                      <a:r>
                        <a:rPr lang="ko-KR" altLang="en-US" sz="1100" dirty="0"/>
                        <a:t>한국행정학회보</a:t>
                      </a:r>
                      <a:r>
                        <a:rPr lang="en-US" altLang="ko-KR" sz="1100" dirty="0"/>
                        <a:t>. 2004</a:t>
                      </a:r>
                      <a:endParaRPr lang="en-US" altLang="ko-KR" sz="1100" baseline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4114800" y="3162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  <p:sp>
        <p:nvSpPr>
          <p:cNvPr id="9" name="제목 1"/>
          <p:cNvSpPr>
            <a:spLocks noGrp="1"/>
          </p:cNvSpPr>
          <p:nvPr>
            <p:ph type="ctrTitle"/>
          </p:nvPr>
        </p:nvSpPr>
        <p:spPr>
          <a:xfrm>
            <a:off x="107504" y="99455"/>
            <a:ext cx="2880320" cy="305209"/>
          </a:xfrm>
        </p:spPr>
        <p:txBody>
          <a:bodyPr>
            <a:normAutofit fontScale="90000"/>
          </a:bodyPr>
          <a:lstStyle/>
          <a:p>
            <a:pPr algn="l">
              <a:tabLst>
                <a:tab pos="533400" algn="l"/>
                <a:tab pos="625475" algn="l"/>
              </a:tabLst>
            </a:pPr>
            <a:r>
              <a:rPr lang="ko-KR" altLang="en-US" sz="1800" b="1" dirty="0">
                <a:solidFill>
                  <a:schemeClr val="accent1">
                    <a:lumMod val="50000"/>
                  </a:schemeClr>
                </a:solidFill>
              </a:rPr>
              <a:t>면접관</a:t>
            </a:r>
            <a:r>
              <a:rPr lang="en-US" altLang="ko-KR" sz="1800" b="1" dirty="0">
                <a:solidFill>
                  <a:schemeClr val="accent1">
                    <a:lumMod val="50000"/>
                  </a:schemeClr>
                </a:solidFill>
              </a:rPr>
              <a:t> Profile </a:t>
            </a:r>
            <a:endParaRPr lang="ko-KR" altLang="en-US" sz="18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E143F79-7AB9-4B48-B2BE-7E8F44A9FE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278"/>
          <a:stretch>
            <a:fillRect/>
          </a:stretch>
        </p:blipFill>
        <p:spPr>
          <a:xfrm>
            <a:off x="220132" y="833466"/>
            <a:ext cx="1386153" cy="1636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088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</TotalTime>
  <Words>176</Words>
  <Application>Microsoft Office PowerPoint</Application>
  <PresentationFormat>화면 슬라이드 쇼(4:3)</PresentationFormat>
  <Paragraphs>34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Wingdings</vt:lpstr>
      <vt:lpstr>Office 테마</vt:lpstr>
      <vt:lpstr>면접관 Profile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작성법</dc:title>
  <dc:creator>LG</dc:creator>
  <cp:lastModifiedBy>SuKyung Jung</cp:lastModifiedBy>
  <cp:revision>78</cp:revision>
  <dcterms:created xsi:type="dcterms:W3CDTF">2020-11-22T09:49:43Z</dcterms:created>
  <dcterms:modified xsi:type="dcterms:W3CDTF">2025-05-29T01:46:53Z</dcterms:modified>
</cp:coreProperties>
</file>