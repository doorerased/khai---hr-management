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76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2024-04-16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099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2024-04-16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2024-04-16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2024-04-16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2024-04-16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5029"/>
              </p:ext>
            </p:extLst>
          </p:nvPr>
        </p:nvGraphicFramePr>
        <p:xfrm>
          <a:off x="220132" y="404664"/>
          <a:ext cx="8781023" cy="1872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805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73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강 성 일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/>
                        <a:t>1975</a:t>
                      </a:r>
                      <a:r>
                        <a:rPr lang="ko-KR" altLang="en-US" sz="1100"/>
                        <a:t>년 </a:t>
                      </a:r>
                      <a:r>
                        <a:rPr lang="en-US" altLang="ko-KR" sz="1100"/>
                        <a:t>12</a:t>
                      </a:r>
                      <a:r>
                        <a:rPr lang="ko-KR" altLang="en-US" sz="1100"/>
                        <a:t>월 </a:t>
                      </a:r>
                      <a:r>
                        <a:rPr lang="en-US" altLang="ko-KR" sz="1100"/>
                        <a:t>12</a:t>
                      </a:r>
                      <a:r>
                        <a:rPr lang="ko-KR" altLang="en-US" sz="1100"/>
                        <a:t>일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76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>
                          <a:latin typeface="+mn-lt"/>
                        </a:rPr>
                        <a:t>성일경영지도사무소              </a:t>
                      </a:r>
                      <a:r>
                        <a:rPr lang="en-US" altLang="ko-KR" sz="1100" baseline="0">
                          <a:latin typeface="+mn-lt"/>
                        </a:rPr>
                        <a:t>010-6339-8043          pojken@</a:t>
                      </a:r>
                      <a:r>
                        <a:rPr lang="en-US" altLang="ko-KR" sz="1100" baseline="0" dirty="0">
                          <a:latin typeface="+mn-lt"/>
                        </a:rPr>
                        <a:t>naver.com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2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>
                          <a:latin typeface="+mn-lt"/>
                        </a:rPr>
                        <a:t>인사</a:t>
                      </a:r>
                      <a:r>
                        <a:rPr lang="en-US" altLang="ko-KR" sz="110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경영일반</a:t>
                      </a:r>
                      <a:r>
                        <a:rPr lang="en-US" altLang="ko-KR" sz="1100">
                          <a:latin typeface="+mn-lt"/>
                        </a:rPr>
                        <a:t>, </a:t>
                      </a:r>
                      <a:r>
                        <a:rPr lang="ko-KR" altLang="en-US" sz="1100">
                          <a:latin typeface="+mn-lt"/>
                        </a:rPr>
                        <a:t>공공일반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6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한국외국어대 </a:t>
                      </a:r>
                      <a:r>
                        <a:rPr lang="ko-KR" altLang="en-US" sz="1100" dirty="0" err="1">
                          <a:latin typeface="+mn-lt"/>
                        </a:rPr>
                        <a:t>스칸디나비아어</a:t>
                      </a:r>
                      <a:r>
                        <a:rPr lang="en-US" altLang="ko-KR" sz="1100" dirty="0">
                          <a:latin typeface="+mn-lt"/>
                        </a:rPr>
                        <a:t>(</a:t>
                      </a:r>
                      <a:r>
                        <a:rPr lang="ko-KR" altLang="en-US" sz="1100" dirty="0">
                          <a:latin typeface="+mn-lt"/>
                        </a:rPr>
                        <a:t>스웨덴어</a:t>
                      </a:r>
                      <a:r>
                        <a:rPr lang="en-US" altLang="ko-KR" sz="1100" dirty="0">
                          <a:latin typeface="+mn-lt"/>
                        </a:rPr>
                        <a:t>)</a:t>
                      </a:r>
                      <a:r>
                        <a:rPr lang="ko-KR" altLang="en-US" sz="1100" dirty="0">
                          <a:latin typeface="+mn-lt"/>
                        </a:rPr>
                        <a:t>과 학사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방송통신대학교 </a:t>
                      </a:r>
                      <a:r>
                        <a:rPr lang="ko-KR" altLang="en-US" sz="1100">
                          <a:latin typeface="+mn-lt"/>
                        </a:rPr>
                        <a:t>통계학과 학사</a:t>
                      </a:r>
                      <a:endParaRPr lang="en-US" altLang="ko-KR" sz="1100" dirty="0">
                        <a:latin typeface="+mn-lt"/>
                      </a:endParaRPr>
                    </a:p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성균관대학교</a:t>
                      </a: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ko-KR" altLang="en-US" sz="1100" dirty="0">
                          <a:latin typeface="+mn-lt"/>
                        </a:rPr>
                        <a:t>경영학 석사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호서대학교 벤처경영학과 박사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958074"/>
              </p:ext>
            </p:extLst>
          </p:nvPr>
        </p:nvGraphicFramePr>
        <p:xfrm>
          <a:off x="241010" y="2323334"/>
          <a:ext cx="8760145" cy="2715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843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119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fontAlgn="auto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경기도시장상권진흥원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소상공인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컨설턴트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2021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농협창업농지원센터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농촌융복합산업</a:t>
                      </a:r>
                      <a:r>
                        <a:rPr lang="ko-KR" altLang="en-US" sz="1100" baseline="0" dirty="0">
                          <a:latin typeface="+mn-lt"/>
                        </a:rPr>
                        <a:t> 창업육성 교수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2021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경기도경제과학진흥원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중소기업 컨설턴트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2017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07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2019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06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㈜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한국씨티그룹캐피탈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리스크관리부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과장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2005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2014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㈜한화증권 영업부 사원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홈트레이딩시스템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교육훈련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2002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12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2005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2325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한국농수산물유통공사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나이스평가정보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한국생산성본부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한국표준협회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한국인터넷진흥원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등 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면접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LH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한국토지주택공사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한국산업단지공단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농협중앙회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한국남부발전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한국원자력연료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코트라 등 </a:t>
                      </a:r>
                    </a:p>
                    <a:p>
                      <a:pPr marL="171450" lvl="0" indent="-171450" latinLnBrk="1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기타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교육 및 평가활동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: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소상공인시장진흥공단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외부평가위원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서민금융진흥원 컨설팅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신용보증기금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컨설팅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서울신용보증재단 컨설팅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한국인터넷진흥원 외부평가위원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중소벤처기업부 비즈니스지원단 컨설팅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중소기업기술정보진흥원 외부평가위원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정보통신기획평가원 외부평가위원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경기테크노파크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컨설팅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대한상공회의소 상담위원 등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</a:t>
                      </a:r>
                      <a:endParaRPr lang="en-US" altLang="ko-KR" sz="11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795917"/>
              </p:ext>
            </p:extLst>
          </p:nvPr>
        </p:nvGraphicFramePr>
        <p:xfrm>
          <a:off x="248578" y="5085184"/>
          <a:ext cx="8752578" cy="1728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20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99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채용면접전문가 교육 이수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경영지도사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인적자원관리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중소벤처기업부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가맹거래사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공정거래위원회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국제무역사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한국무역협회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창업보육전문매니저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창업보육협회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기술신용평가사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기술보증기금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99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논문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귀농촉진요인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귀농유인요인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귀농정책요인이 귀농의지에 미치는 영향에 관한 연구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가족지지의 조절효과를 중심으로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호서대학교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2021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논문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귀농의지에 영향을 미치는 요인에 관한 연구 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가족지지의 조절효과를 중심으로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유라시아학회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2021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>
                <a:solidFill>
                  <a:schemeClr val="accent1">
                    <a:lumMod val="50000"/>
                  </a:schemeClr>
                </a:solidFill>
              </a:rPr>
              <a:t> Profile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DF76EC1-13A9-2E37-1D10-5B149958B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31" y="785234"/>
            <a:ext cx="1327533" cy="14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821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288</Words>
  <Application>Microsoft Office PowerPoint</Application>
  <PresentationFormat>화면 슬라이드 쇼(4:3)</PresentationFormat>
  <Paragraphs>34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130</cp:revision>
  <dcterms:created xsi:type="dcterms:W3CDTF">2014-08-26T23:33:08Z</dcterms:created>
  <dcterms:modified xsi:type="dcterms:W3CDTF">2024-04-16T13:11:56Z</dcterms:modified>
  <cp:version/>
</cp:coreProperties>
</file>