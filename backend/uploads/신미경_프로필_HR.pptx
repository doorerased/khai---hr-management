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0" r:id="rId2"/>
  </p:sldIdLst>
  <p:sldSz cx="9144000" cy="6858000" type="screen4x3"/>
  <p:notesSz cx="6792913" cy="99250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G" initials="L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1380" y="64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825F35B2-2A92-4A63-B637-C7F8227E17C5}" type="datetime1">
              <a:rPr lang="ko-KR" altLang="en-US" smtClean="0"/>
              <a:pPr lvl="0"/>
              <a:t>2026-01-28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3638" y="1241425"/>
            <a:ext cx="4465637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4013" cy="3908425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810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9E2EC4B-88B6-4DD0-90F4-09501FEE91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6747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C56747-5DF3-49CF-A9E3-67898158F7E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2685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69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88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319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94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79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93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88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36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52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228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34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FA2E3-1A32-4DF4-988B-F0AB09D1133F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4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070289"/>
              </p:ext>
            </p:extLst>
          </p:nvPr>
        </p:nvGraphicFramePr>
        <p:xfrm>
          <a:off x="220132" y="404664"/>
          <a:ext cx="8781023" cy="1857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9599">
                <a:tc gridSpan="5">
                  <a:txBody>
                    <a:bodyPr/>
                    <a:lstStyle/>
                    <a:p>
                      <a:pPr marL="285750" indent="-285750" latinLnBrk="1">
                        <a:buFont typeface="Wingdings" pitchFamily="2" charset="2"/>
                        <a:buChar char="Ø"/>
                      </a:pPr>
                      <a:r>
                        <a:rPr lang="ko-KR" altLang="en-US" sz="1600" dirty="0"/>
                        <a:t>기본 인적사항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180"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en-US" sz="1100" dirty="0"/>
                        <a:t>사 진</a:t>
                      </a:r>
                      <a:endParaRPr lang="en-US" altLang="ko-KR" sz="1100" dirty="0"/>
                    </a:p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이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름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신미경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1969</a:t>
                      </a:r>
                      <a:r>
                        <a:rPr lang="ko-KR" altLang="en-US" sz="1100" dirty="0"/>
                        <a:t>년 </a:t>
                      </a:r>
                      <a:r>
                        <a:rPr lang="en-US" altLang="ko-KR" sz="1100" dirty="0"/>
                        <a:t>12</a:t>
                      </a:r>
                      <a:r>
                        <a:rPr lang="ko-KR" altLang="en-US" sz="1100" dirty="0"/>
                        <a:t>월 </a:t>
                      </a:r>
                      <a:r>
                        <a:rPr lang="en-US" altLang="ko-KR" sz="1100" dirty="0"/>
                        <a:t>10</a:t>
                      </a:r>
                      <a:r>
                        <a:rPr lang="ko-KR" altLang="en-US" sz="1100" dirty="0"/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56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>
                          <a:latin typeface="+mn-lt"/>
                        </a:rPr>
                        <a:t>OK</a:t>
                      </a:r>
                      <a:r>
                        <a:rPr lang="ko-KR" altLang="en-US" sz="1100" baseline="0" dirty="0">
                          <a:latin typeface="+mn-lt"/>
                        </a:rPr>
                        <a:t>저축은행 마케팅본부 전무              </a:t>
                      </a:r>
                      <a:r>
                        <a:rPr lang="en-US" altLang="ko-KR" sz="1100" baseline="0" dirty="0">
                          <a:latin typeface="+mn-lt"/>
                        </a:rPr>
                        <a:t>010-3004-9622          nicemiki@naver.com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68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100" dirty="0">
                          <a:latin typeface="+mn-lt"/>
                        </a:rPr>
                        <a:t>마케팅</a:t>
                      </a:r>
                      <a:r>
                        <a:rPr lang="en-US" altLang="ko-KR" sz="1100" dirty="0">
                          <a:latin typeface="+mn-lt"/>
                        </a:rPr>
                        <a:t>, (</a:t>
                      </a:r>
                      <a:r>
                        <a:rPr lang="ko-KR" altLang="en-US" sz="1100" dirty="0">
                          <a:latin typeface="+mn-lt"/>
                        </a:rPr>
                        <a:t>여신 수신</a:t>
                      </a:r>
                      <a:r>
                        <a:rPr lang="en-US" altLang="ko-KR" sz="1100" dirty="0">
                          <a:latin typeface="+mn-lt"/>
                        </a:rPr>
                        <a:t>) </a:t>
                      </a:r>
                      <a:r>
                        <a:rPr lang="ko-KR" altLang="en-US" sz="1100" dirty="0">
                          <a:latin typeface="+mn-lt"/>
                        </a:rPr>
                        <a:t>인사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 err="1">
                          <a:latin typeface="+mn-lt"/>
                        </a:rPr>
                        <a:t>공공일반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56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학 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력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+mn-lt"/>
                        </a:rPr>
                        <a:t>서울대학교 국어국문학과 학사</a:t>
                      </a:r>
                      <a:r>
                        <a:rPr lang="en-US" altLang="ko-KR" sz="1100" dirty="0">
                          <a:latin typeface="+mn-lt"/>
                        </a:rPr>
                        <a:t>,  </a:t>
                      </a:r>
                      <a:r>
                        <a:rPr lang="ko-KR" altLang="en-US" sz="1100" dirty="0">
                          <a:latin typeface="+mn-lt"/>
                        </a:rPr>
                        <a:t>서울대학교</a:t>
                      </a:r>
                      <a:r>
                        <a:rPr lang="en-US" altLang="ko-KR" sz="1100" dirty="0">
                          <a:latin typeface="+mn-lt"/>
                        </a:rPr>
                        <a:t> </a:t>
                      </a:r>
                      <a:r>
                        <a:rPr lang="ko-KR" altLang="en-US" sz="1100" dirty="0">
                          <a:latin typeface="+mn-lt"/>
                        </a:rPr>
                        <a:t>국어국문학과 고전문학 석사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182683"/>
              </p:ext>
            </p:extLst>
          </p:nvPr>
        </p:nvGraphicFramePr>
        <p:xfrm>
          <a:off x="241011" y="2276872"/>
          <a:ext cx="8760145" cy="3160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595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600" dirty="0"/>
                        <a:t>경력사항 및 주요실적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6960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OK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저축은행 마케팅 및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리테일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본부 전무이사 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2020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03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~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fontAlgn="auto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 </a:t>
                      </a:r>
                      <a:r>
                        <a:rPr lang="ko-KR" altLang="en-US" sz="1100" baseline="0" dirty="0">
                          <a:latin typeface="+mn-lt"/>
                        </a:rPr>
                        <a:t>광고대행사 </a:t>
                      </a:r>
                      <a:r>
                        <a:rPr lang="ko-KR" altLang="en-US" sz="1100" baseline="0" dirty="0" err="1">
                          <a:latin typeface="+mn-lt"/>
                        </a:rPr>
                        <a:t>뉴데이즈</a:t>
                      </a:r>
                      <a:r>
                        <a:rPr lang="en-US" altLang="ko-KR" sz="1100" baseline="0" dirty="0">
                          <a:latin typeface="+mn-lt"/>
                        </a:rPr>
                        <a:t> ECD</a:t>
                      </a:r>
                      <a:r>
                        <a:rPr lang="ko-KR" altLang="en-US" sz="1100" baseline="0" dirty="0">
                          <a:latin typeface="+mn-lt"/>
                        </a:rPr>
                        <a:t>겸 상무이사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2013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09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~ 2020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2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r>
                        <a:rPr lang="ko-KR" altLang="en-US" sz="1100" baseline="0" dirty="0">
                          <a:latin typeface="+mn-lt"/>
                        </a:rPr>
                        <a:t> </a:t>
                      </a:r>
                    </a:p>
                    <a:p>
                      <a:pPr marL="180975" marR="0" lvl="0" indent="-180975" algn="l" defTabSz="914400" rtl="0" eaLnBrk="0" fontAlgn="auto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 </a:t>
                      </a:r>
                      <a:r>
                        <a:rPr lang="ko-KR" altLang="en-US" sz="1100" baseline="0" dirty="0" err="1">
                          <a:latin typeface="+mn-lt"/>
                        </a:rPr>
                        <a:t>인터콤</a:t>
                      </a:r>
                      <a:r>
                        <a:rPr lang="ko-KR" altLang="en-US" sz="1100" baseline="0" dirty="0">
                          <a:latin typeface="+mn-lt"/>
                        </a:rPr>
                        <a:t> 경영지원본부 상무이사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2011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01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~ 2013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08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r>
                        <a:rPr lang="ko-KR" altLang="en-US" sz="1100" baseline="0" dirty="0">
                          <a:latin typeface="+mn-lt"/>
                        </a:rPr>
                        <a:t> </a:t>
                      </a:r>
                    </a:p>
                    <a:p>
                      <a:pPr marL="180975" marR="0" lvl="0" indent="-180975" algn="l" defTabSz="914400" rtl="0" eaLnBrk="0" fontAlgn="auto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 </a:t>
                      </a:r>
                      <a:r>
                        <a:rPr lang="ko-KR" altLang="en-US" sz="1100" baseline="0" dirty="0" err="1">
                          <a:latin typeface="+mn-lt"/>
                        </a:rPr>
                        <a:t>컴투게더</a:t>
                      </a:r>
                      <a:r>
                        <a:rPr lang="ko-KR" altLang="en-US" sz="1100" baseline="0" dirty="0">
                          <a:latin typeface="+mn-lt"/>
                        </a:rPr>
                        <a:t> 상품기획팀장</a:t>
                      </a:r>
                      <a:r>
                        <a:rPr lang="en-US" altLang="ko-KR" sz="1100" baseline="0" dirty="0">
                          <a:latin typeface="+mn-lt"/>
                        </a:rPr>
                        <a:t> 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2009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10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~ 2010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12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r>
                        <a:rPr lang="ko-KR" altLang="en-US" sz="1100" baseline="0" dirty="0">
                          <a:latin typeface="+mn-lt"/>
                        </a:rPr>
                        <a:t> 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제일기획 제작기획팀장 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2007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03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~ 2008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9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제일기획 카피라이터 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1995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02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~ 2007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02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1949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주요실적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latinLnBrk="1">
                        <a:lnSpc>
                          <a:spcPct val="150000"/>
                        </a:lnSpc>
                        <a:buFont typeface="Arial"/>
                        <a:buNone/>
                        <a:defRPr/>
                      </a:pPr>
                      <a:r>
                        <a:rPr lang="en-US" altLang="ko-KR" sz="1100" b="1" dirty="0">
                          <a:latin typeface="+mn-lt"/>
                        </a:rPr>
                        <a:t>[</a:t>
                      </a:r>
                      <a:r>
                        <a:rPr lang="ko-KR" altLang="en-US" sz="1100" b="1" dirty="0">
                          <a:latin typeface="+mn-lt"/>
                        </a:rPr>
                        <a:t>서류</a:t>
                      </a:r>
                      <a:r>
                        <a:rPr lang="en-US" altLang="ko-KR" sz="1100" b="1" dirty="0">
                          <a:latin typeface="+mn-lt"/>
                        </a:rPr>
                        <a:t>]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OK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저축은행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신용보증재단중앙회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농업정책보험금융원</a:t>
                      </a:r>
                      <a:endParaRPr kumimoji="0" lang="en-US" altLang="ko-KR" sz="11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</a:endParaRPr>
                    </a:p>
                    <a:p>
                      <a:pPr marL="0" lvl="0" indent="0" latinLnBrk="1">
                        <a:lnSpc>
                          <a:spcPct val="150000"/>
                        </a:lnSpc>
                        <a:buFont typeface="Arial"/>
                        <a:buNone/>
                        <a:defRPr/>
                      </a:pPr>
                      <a:r>
                        <a:rPr lang="en-US" altLang="ko-KR" sz="1100" b="1" dirty="0">
                          <a:latin typeface="+mn-lt"/>
                        </a:rPr>
                        <a:t>[</a:t>
                      </a:r>
                      <a:r>
                        <a:rPr lang="ko-KR" altLang="en-US" sz="1100" b="1" dirty="0">
                          <a:latin typeface="+mn-lt"/>
                        </a:rPr>
                        <a:t>면접</a:t>
                      </a:r>
                      <a:r>
                        <a:rPr lang="en-US" altLang="ko-KR" sz="1100" b="1" dirty="0">
                          <a:latin typeface="+mn-lt"/>
                        </a:rPr>
                        <a:t>]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OK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저축은행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수협중앙회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소상공인시장진흥공단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한국산업기획기술평가원</a:t>
                      </a:r>
                      <a:endParaRPr kumimoji="0" lang="en-US" altLang="ko-KR" sz="11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marL="0" lvl="0" indent="0" latinLnBrk="1">
                        <a:lnSpc>
                          <a:spcPct val="150000"/>
                        </a:lnSpc>
                        <a:buFont typeface="Arial"/>
                        <a:buNone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753491"/>
              </p:ext>
            </p:extLst>
          </p:nvPr>
        </p:nvGraphicFramePr>
        <p:xfrm>
          <a:off x="248578" y="5289376"/>
          <a:ext cx="8752578" cy="1491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152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/>
                        <a:t>기타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자격</a:t>
                      </a:r>
                      <a:r>
                        <a:rPr lang="ko-KR" altLang="en-US" sz="1600" baseline="0" dirty="0"/>
                        <a:t> 및 이수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저서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논문 등</a:t>
                      </a:r>
                      <a:r>
                        <a:rPr lang="en-US" altLang="ko-KR" sz="1600" baseline="0" dirty="0"/>
                        <a:t>)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17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자격 및 이수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논문</a:t>
                      </a:r>
                    </a:p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/>
                        <a:t>서울대 국문과 고전문학 석사학위논문 </a:t>
                      </a:r>
                      <a:r>
                        <a:rPr lang="en-US" altLang="ko-KR" sz="1100" dirty="0"/>
                        <a:t>[</a:t>
                      </a:r>
                      <a:r>
                        <a:rPr lang="ko-KR" altLang="en-US" sz="1100" dirty="0"/>
                        <a:t>이재현의 재중한시에 나타난 민족의식 연구</a:t>
                      </a:r>
                      <a:endParaRPr lang="en-US" altLang="ko-K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17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채용전문면접관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급 자격 취득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114800" y="3162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107504" y="99455"/>
            <a:ext cx="4536504" cy="305209"/>
          </a:xfrm>
        </p:spPr>
        <p:txBody>
          <a:bodyPr>
            <a:normAutofit fontScale="90000"/>
          </a:bodyPr>
          <a:lstStyle/>
          <a:p>
            <a:pPr algn="l">
              <a:tabLst>
                <a:tab pos="533400" algn="l"/>
                <a:tab pos="625475" algn="l"/>
              </a:tabLst>
            </a:pPr>
            <a:r>
              <a:rPr lang="ko-KR" altLang="en-US" sz="1800" b="1" dirty="0">
                <a:solidFill>
                  <a:schemeClr val="accent1">
                    <a:lumMod val="50000"/>
                  </a:schemeClr>
                </a:solidFill>
              </a:rPr>
              <a:t>면접관</a:t>
            </a:r>
            <a:r>
              <a:rPr lang="en-US" altLang="ko-KR" sz="1800" b="1" dirty="0">
                <a:solidFill>
                  <a:schemeClr val="accent1">
                    <a:lumMod val="50000"/>
                  </a:schemeClr>
                </a:solidFill>
              </a:rPr>
              <a:t> Profile </a:t>
            </a:r>
            <a:endParaRPr lang="ko-KR" altLang="en-US" sz="1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78" y="785234"/>
            <a:ext cx="1300665" cy="137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212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208</Words>
  <Application>Microsoft Office PowerPoint</Application>
  <PresentationFormat>화면 슬라이드 쇼(4:3)</PresentationFormat>
  <Paragraphs>34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면접관 Profile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Profile</dc:title>
  <dc:creator>이승철</dc:creator>
  <cp:lastModifiedBy>권미경</cp:lastModifiedBy>
  <cp:revision>123</cp:revision>
  <dcterms:created xsi:type="dcterms:W3CDTF">2014-08-26T23:33:08Z</dcterms:created>
  <dcterms:modified xsi:type="dcterms:W3CDTF">2026-01-28T05:59:57Z</dcterms:modified>
  <cp:version/>
</cp:coreProperties>
</file>