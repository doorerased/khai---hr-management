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2025-09-21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imepmp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534040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한 지 원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1977</a:t>
                      </a:r>
                      <a:r>
                        <a:rPr lang="ko-KR" altLang="en-US" sz="1100" dirty="0"/>
                        <a:t>년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월 </a:t>
                      </a:r>
                      <a:r>
                        <a:rPr lang="en-US" altLang="ko-KR" sz="1100" dirty="0"/>
                        <a:t>24</a:t>
                      </a:r>
                      <a:r>
                        <a:rPr lang="ko-KR" altLang="en-US" sz="1100" dirty="0"/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경기도일자리재단 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010-8866-9637 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primepmp@naver.com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 err="1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, IT </a:t>
                      </a:r>
                      <a:r>
                        <a:rPr lang="ko-KR" altLang="en-US" sz="1100" dirty="0">
                          <a:latin typeface="+mn-lt"/>
                        </a:rPr>
                        <a:t>전 분야</a:t>
                      </a:r>
                      <a:r>
                        <a:rPr lang="en-US" altLang="ko-KR" sz="1100" dirty="0">
                          <a:latin typeface="+mn-lt"/>
                        </a:rPr>
                        <a:t>(</a:t>
                      </a:r>
                      <a:r>
                        <a:rPr lang="ko-KR" altLang="en-US" sz="1100" dirty="0">
                          <a:latin typeface="+mn-lt"/>
                        </a:rPr>
                        <a:t>인공지능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빅데이터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보안등</a:t>
                      </a:r>
                      <a:r>
                        <a:rPr lang="en-US" altLang="ko-KR" sz="1100" dirty="0">
                          <a:latin typeface="+mn-lt"/>
                        </a:rPr>
                        <a:t>)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고려대학교 전산학 학사</a:t>
                      </a:r>
                      <a:r>
                        <a:rPr lang="en-US" altLang="ko-KR" sz="1100" dirty="0">
                          <a:latin typeface="+mn-lt"/>
                        </a:rPr>
                        <a:t>/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고려대학교 </a:t>
                      </a:r>
                      <a:r>
                        <a:rPr lang="ko-KR" altLang="en-US" sz="1100" dirty="0">
                          <a:latin typeface="+mn-lt"/>
                        </a:rPr>
                        <a:t>컴퓨터교육학 석사</a:t>
                      </a:r>
                      <a:r>
                        <a:rPr lang="en-US" altLang="ko-KR" sz="1100" dirty="0">
                          <a:latin typeface="+mn-lt"/>
                        </a:rPr>
                        <a:t>/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고려대학교</a:t>
                      </a:r>
                      <a:r>
                        <a:rPr lang="ko-KR" altLang="en-US" sz="1100" dirty="0">
                          <a:latin typeface="+mn-lt"/>
                        </a:rPr>
                        <a:t>컴퓨터 </a:t>
                      </a:r>
                      <a:r>
                        <a:rPr lang="en-US" altLang="ko-KR" sz="1100" dirty="0">
                          <a:latin typeface="+mn-lt"/>
                        </a:rPr>
                        <a:t>Software </a:t>
                      </a:r>
                      <a:r>
                        <a:rPr lang="ko-KR" altLang="en-US" sz="1100" dirty="0">
                          <a:latin typeface="+mn-lt"/>
                        </a:rPr>
                        <a:t>공학 박사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574949"/>
              </p:ext>
            </p:extLst>
          </p:nvPr>
        </p:nvGraphicFramePr>
        <p:xfrm>
          <a:off x="241011" y="2276872"/>
          <a:ext cx="8760145" cy="301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경기도일자리재단 정보화사업센터</a:t>
                      </a:r>
                      <a:r>
                        <a:rPr lang="ko-KR" altLang="en-US" sz="1100" baseline="0" dirty="0">
                          <a:latin typeface="+mn-lt"/>
                        </a:rPr>
                        <a:t> 및 일자리사업 관리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한국기상산업기술원 전문위원 인공지능 및 데이터베이스 분야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가톨릭대학교 글로벌융복합전공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(4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차산업혁명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디지털전환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겸임교수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중소기업중앙회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융합팀장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/ PMP(Project Management Professional)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국제자격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강의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IBK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한국예금보험공사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한국거래소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코스콤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중소기업진흥공단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한국도로공사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건설근로자공제회 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lang="ko-KR" altLang="en-US" sz="1100" b="0" dirty="0">
                          <a:latin typeface="+mn-lt"/>
                        </a:rPr>
                        <a:t>금융감독원</a:t>
                      </a:r>
                      <a:r>
                        <a:rPr lang="en-US" altLang="ko-KR" sz="1100" b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IBK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하나은행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우리카드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수협중앙회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국방과학연구소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한국도로공사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인천국제공항공사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방위산업기술지원센터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서울디자인재단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서울다산콜재단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(A.I.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분야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평가 및 심사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한국산업기술평가원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한국데이터산업진흥원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지방공기업평가원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서울특별시청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</a:rPr>
                        <a:t>경기도청 등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50157"/>
              </p:ext>
            </p:extLst>
          </p:nvPr>
        </p:nvGraphicFramePr>
        <p:xfrm>
          <a:off x="248578" y="5289376"/>
          <a:ext cx="8752578" cy="1491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6152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1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수상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국가정보화 유공 과학기술정보통신부 장관상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(‘21.),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경기도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청년 및 인적자원 개발 유공 표창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(‘19./‘16.)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자격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)PMP(Project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Management Professional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국제자격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정보처리기사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급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</a:rPr>
                        <a:t>직업능력개발훈련교사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1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박사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)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Development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</a:rPr>
                        <a:t> of a Learning Course Recommendation model for Personalized Learning, 2019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(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논문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) 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인공지능 추천 및 정보화 관련 연구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10</a:t>
                      </a:r>
                      <a:r>
                        <a:rPr kumimoji="1" lang="ko-KR" altLang="en-US" sz="11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여편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(SCI, SCOPUS, KCI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등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Times New Roman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32" y="764704"/>
            <a:ext cx="1327532" cy="145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297</Words>
  <Application>Microsoft Office PowerPoint</Application>
  <PresentationFormat>화면 슬라이드 쇼(4:3)</PresentationFormat>
  <Paragraphs>31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119</cp:revision>
  <dcterms:created xsi:type="dcterms:W3CDTF">2014-08-26T23:33:08Z</dcterms:created>
  <dcterms:modified xsi:type="dcterms:W3CDTF">2025-09-21T14:58:48Z</dcterms:modified>
  <cp:version/>
</cp:coreProperties>
</file>