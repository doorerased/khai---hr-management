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2025-09-24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yjjyjjjy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122285"/>
              </p:ext>
            </p:extLst>
          </p:nvPr>
        </p:nvGraphicFramePr>
        <p:xfrm>
          <a:off x="220132" y="404664"/>
          <a:ext cx="8781023" cy="1924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 진 용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1967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11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㈜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에이티지랩</a:t>
                      </a:r>
                      <a:r>
                        <a:rPr lang="ko-KR" altLang="en-US" sz="1100" baseline="0" dirty="0">
                          <a:latin typeface="+mn-lt"/>
                        </a:rPr>
                        <a:t> 연구소장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010-5220-2000          </a:t>
                      </a:r>
                      <a:r>
                        <a:rPr lang="en-US" altLang="ko-KR" sz="1100" dirty="0">
                          <a:hlinkClick r:id="rId3"/>
                        </a:rPr>
                        <a:t>jyjjyjjjy@gmail.com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ICT (</a:t>
                      </a:r>
                      <a:r>
                        <a:rPr lang="ko-KR" altLang="en-US" sz="1100" dirty="0"/>
                        <a:t>정보통신</a:t>
                      </a:r>
                      <a:r>
                        <a:rPr lang="en-US" altLang="ko-KR" sz="1100" dirty="0"/>
                        <a:t>) </a:t>
                      </a:r>
                      <a:r>
                        <a:rPr lang="en-US" altLang="ko-KR" sz="1100"/>
                        <a:t>/  </a:t>
                      </a:r>
                      <a:r>
                        <a:rPr lang="en-US" altLang="ko-KR" sz="1100" dirty="0"/>
                        <a:t>Computer Science / AI / </a:t>
                      </a:r>
                      <a:r>
                        <a:rPr lang="ko-KR" altLang="en-US" sz="1100" dirty="0"/>
                        <a:t>경영전략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역량평가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/>
                        <a:t>동국대학교 </a:t>
                      </a:r>
                      <a:r>
                        <a:rPr lang="ko-KR" altLang="en-US" sz="1100" dirty="0" err="1"/>
                        <a:t>바이오환경공학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컴퓨터공학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부전공</a:t>
                      </a:r>
                      <a:r>
                        <a:rPr lang="en-US" altLang="ko-KR" sz="1100" dirty="0"/>
                        <a:t>)/ </a:t>
                      </a:r>
                      <a:r>
                        <a:rPr lang="ko-KR" altLang="en-US" sz="1100" dirty="0"/>
                        <a:t>고려대학교 </a:t>
                      </a:r>
                      <a:r>
                        <a:rPr lang="en-US" altLang="ko-KR" sz="1100" dirty="0"/>
                        <a:t>IT</a:t>
                      </a:r>
                      <a:r>
                        <a:rPr lang="ko-KR" altLang="en-US" sz="1100" dirty="0"/>
                        <a:t>정보통신 석사</a:t>
                      </a:r>
                      <a:endParaRPr lang="en-US" altLang="ko-KR" sz="1100" dirty="0"/>
                    </a:p>
                    <a:p>
                      <a:pPr algn="l" latinLnBrk="1"/>
                      <a:r>
                        <a:rPr lang="ko-KR" altLang="en-US" sz="1100" dirty="0"/>
                        <a:t>고려대학교 이학박사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Computer Science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105011"/>
              </p:ext>
            </p:extLst>
          </p:nvPr>
        </p:nvGraphicFramePr>
        <p:xfrm>
          <a:off x="228912" y="2339063"/>
          <a:ext cx="8760145" cy="301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㈜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에이티지랩</a:t>
                      </a:r>
                      <a:r>
                        <a:rPr lang="ko-KR" altLang="en-US" sz="1100" baseline="0" dirty="0">
                          <a:latin typeface="+mn-lt"/>
                        </a:rPr>
                        <a:t> 연구소장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역량평가</a:t>
                      </a:r>
                      <a:r>
                        <a:rPr lang="en-US" altLang="ko-KR" sz="1100" baseline="0" dirty="0">
                          <a:latin typeface="+mn-lt"/>
                        </a:rPr>
                        <a:t>,</a:t>
                      </a:r>
                      <a:r>
                        <a:rPr lang="ko-KR" altLang="en-US" sz="1100" baseline="0" dirty="0">
                          <a:latin typeface="+mn-lt"/>
                        </a:rPr>
                        <a:t> 정부과제 연구개발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경기도서비스원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IITP, NIPA,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KEIT,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콘텐츠진흥원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창의재단 평가위원 활동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고려대 동국대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동양대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ICT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강의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 ISO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국제심사원 활동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SK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네트웍스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ICT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기획팀장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/PM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총괄 </a:t>
                      </a:r>
                      <a:r>
                        <a:rPr lang="en-US" altLang="ko-KR" sz="1100" baseline="0" dirty="0">
                          <a:latin typeface="+mn-lt"/>
                        </a:rPr>
                        <a:t>(1993</a:t>
                      </a:r>
                      <a:r>
                        <a:rPr lang="ko-KR" altLang="en-US" sz="1100" baseline="0" dirty="0">
                          <a:latin typeface="+mn-lt"/>
                        </a:rPr>
                        <a:t>년 </a:t>
                      </a:r>
                      <a:r>
                        <a:rPr lang="en-US" altLang="ko-KR" sz="1100" baseline="0" dirty="0">
                          <a:latin typeface="+mn-lt"/>
                        </a:rPr>
                        <a:t>1</a:t>
                      </a:r>
                      <a:r>
                        <a:rPr lang="ko-KR" altLang="en-US" sz="1100" baseline="0" dirty="0">
                          <a:latin typeface="+mn-lt"/>
                        </a:rPr>
                        <a:t>월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경기도 사회서비스원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한국과학창의재단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한국벤처투자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콘텐츠진흥원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SKNS(SK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네트웍서비스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),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한국산업기술평가원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중소기업기술정보진흥원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 err="1">
                          <a:latin typeface="+mn-lt"/>
                        </a:rPr>
                        <a:t>코스콤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한국수출입은행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기업은행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한국벤처투자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경기도 사회서비스원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도로교통안전공단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국립해양박물관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한국전력공사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강원랜드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,LH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한국토지주택공사 등 </a:t>
                      </a: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ISO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국제심사원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상기 주요이력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산림청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3.0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컨설팅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734447"/>
              </p:ext>
            </p:extLst>
          </p:nvPr>
        </p:nvGraphicFramePr>
        <p:xfrm>
          <a:off x="248578" y="5289376"/>
          <a:ext cx="8752578" cy="1507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국제심사원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(2003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UK IQMS)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그룹 인재개발원 면접위원 교육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실무자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중간관리자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팀장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교육과정 수료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저서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 err="1"/>
                        <a:t>게이미피케이션</a:t>
                      </a:r>
                      <a:r>
                        <a:rPr lang="ko-KR" altLang="en-US" sz="1100" dirty="0"/>
                        <a:t> 실천전략 </a:t>
                      </a:r>
                      <a:r>
                        <a:rPr lang="en-US" altLang="ko-KR" sz="1100" dirty="0"/>
                        <a:t>2016/ </a:t>
                      </a:r>
                      <a:r>
                        <a:rPr lang="ko-KR" altLang="en-US" sz="1100" dirty="0" err="1"/>
                        <a:t>게이미피케이션</a:t>
                      </a:r>
                      <a:r>
                        <a:rPr lang="ko-KR" altLang="en-US" sz="1100" dirty="0"/>
                        <a:t> 세상을 플레이하다 </a:t>
                      </a:r>
                      <a:r>
                        <a:rPr lang="en-US" altLang="ko-KR" sz="1100" dirty="0"/>
                        <a:t>2014/ </a:t>
                      </a:r>
                      <a:r>
                        <a:rPr lang="ko-KR" altLang="en-US" sz="1100" dirty="0" err="1"/>
                        <a:t>게이미피케이션의</a:t>
                      </a:r>
                      <a:r>
                        <a:rPr lang="ko-KR" altLang="en-US" sz="1100" dirty="0"/>
                        <a:t> 이해 </a:t>
                      </a:r>
                      <a:r>
                        <a:rPr lang="en-US" altLang="ko-KR" sz="1100" dirty="0"/>
                        <a:t>2015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KSII Transaction on Internet and Information Systems SCI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급 저널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편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박사학위 논문 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그림 5" descr="인간의 얼굴, 사람, 의류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80EA17-8D69-3898-C256-ABB7BF8F3D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49" y="785234"/>
            <a:ext cx="1322215" cy="14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289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미옥 이</cp:lastModifiedBy>
  <cp:revision>119</cp:revision>
  <dcterms:created xsi:type="dcterms:W3CDTF">2014-08-26T23:33:08Z</dcterms:created>
  <dcterms:modified xsi:type="dcterms:W3CDTF">2025-09-24T01:17:51Z</dcterms:modified>
  <cp:version/>
</cp:coreProperties>
</file>