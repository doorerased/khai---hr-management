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641" autoAdjust="0"/>
    <p:restoredTop sz="94660"/>
  </p:normalViewPr>
  <p:slideViewPr>
    <p:cSldViewPr>
      <p:cViewPr varScale="1">
        <p:scale>
          <a:sx n="100" d="100"/>
          <a:sy n="100" d="100"/>
        </p:scale>
        <p:origin x="2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D1CAD-79E2-443A-890F-9D867EA806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56747-5DF3-49CF-A9E3-67898158F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2026-01-28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omi.kim7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49757"/>
              </p:ext>
            </p:extLst>
          </p:nvPr>
        </p:nvGraphicFramePr>
        <p:xfrm>
          <a:off x="220132" y="404664"/>
          <a:ext cx="8781023" cy="218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690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17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김  남  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1980. 08. 10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4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baseline="0" dirty="0"/>
                        <a:t>      ㈜</a:t>
                      </a:r>
                      <a:r>
                        <a:rPr lang="ko-KR" altLang="en-US" sz="1100" b="1" baseline="0" dirty="0" err="1"/>
                        <a:t>올웨이즈파트너스</a:t>
                      </a:r>
                      <a:r>
                        <a:rPr lang="ko-KR" altLang="en-US" sz="1100" b="1" baseline="0" dirty="0"/>
                        <a:t>   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010-8938-7870       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naomi.kim7@gmail.com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9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금융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영업</a:t>
                      </a:r>
                      <a:r>
                        <a:rPr lang="en-US" altLang="ko-KR" sz="1100" dirty="0">
                          <a:latin typeface="+mn-lt"/>
                        </a:rPr>
                        <a:t>,</a:t>
                      </a:r>
                      <a:r>
                        <a:rPr lang="ko-KR" altLang="en-US" sz="1100" dirty="0">
                          <a:latin typeface="+mn-lt"/>
                        </a:rPr>
                        <a:t>신상품기획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마케팅</a:t>
                      </a:r>
                      <a:r>
                        <a:rPr lang="en-US" altLang="ko-KR" sz="1100" dirty="0">
                          <a:latin typeface="+mn-lt"/>
                        </a:rPr>
                        <a:t>. </a:t>
                      </a:r>
                      <a:r>
                        <a:rPr lang="ko-KR" altLang="en-US" sz="1100" dirty="0">
                          <a:latin typeface="+mn-lt"/>
                        </a:rPr>
                        <a:t>홍보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64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서울대 미술대학 디자인학부 </a:t>
                      </a:r>
                      <a:r>
                        <a:rPr lang="ko-KR" altLang="en-US" sz="1100">
                          <a:latin typeface="+mn-lt"/>
                        </a:rPr>
                        <a:t>시각디자인 학사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147655"/>
              </p:ext>
            </p:extLst>
          </p:nvPr>
        </p:nvGraphicFramePr>
        <p:xfrm>
          <a:off x="241011" y="2634423"/>
          <a:ext cx="8760145" cy="2910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60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경력사항 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올웨이즈파트너스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(2019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~):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대표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경영컨설팅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신한은행 통합공채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(2007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~2016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):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본점 브랜드전략부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디자인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브랜드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신상품기획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마케팅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).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상담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/VIP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트라이포드디자인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일본 </a:t>
                      </a:r>
                      <a:r>
                        <a:rPr lang="en-US" altLang="ko-KR" sz="1100" baseline="0" dirty="0">
                          <a:latin typeface="+mn-lt"/>
                        </a:rPr>
                        <a:t>(2005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~2006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): LG</a:t>
                      </a:r>
                      <a:r>
                        <a:rPr lang="ko-KR" altLang="en-US" sz="1100" baseline="0" dirty="0">
                          <a:latin typeface="+mn-lt"/>
                        </a:rPr>
                        <a:t>전자 외 한국기업담당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제품기획</a:t>
                      </a:r>
                      <a:endParaRPr lang="en-US" altLang="ko-KR" sz="1100" baseline="0" dirty="0">
                        <a:latin typeface="+mn-lt"/>
                      </a:endParaRP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100" baseline="0" dirty="0">
                          <a:latin typeface="+mn-lt"/>
                        </a:rPr>
                        <a:t>예술의전당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한가람디자인미술관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(2003~2004</a:t>
                      </a:r>
                      <a:r>
                        <a:rPr lang="ko-KR" altLang="en-US" sz="1100" baseline="0" dirty="0">
                          <a:latin typeface="+mn-lt"/>
                        </a:rPr>
                        <a:t>년</a:t>
                      </a:r>
                      <a:r>
                        <a:rPr lang="en-US" altLang="ko-KR" sz="1100" baseline="0" dirty="0">
                          <a:latin typeface="+mn-lt"/>
                        </a:rPr>
                        <a:t>): </a:t>
                      </a:r>
                      <a:r>
                        <a:rPr lang="ko-KR" altLang="en-US" sz="1100" baseline="0" dirty="0">
                          <a:latin typeface="+mn-lt"/>
                        </a:rPr>
                        <a:t>신상품기획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전시기획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및 마케팅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lang="ko-KR" altLang="en-US" sz="1100" baseline="0" dirty="0">
                          <a:latin typeface="+mn-lt"/>
                        </a:rPr>
                        <a:t>홍보</a:t>
                      </a:r>
                      <a:endParaRPr lang="en-US" altLang="ko-KR" sz="1100" baseline="0" dirty="0">
                        <a:latin typeface="+mn-lt"/>
                      </a:endParaRPr>
                    </a:p>
                    <a:p>
                      <a:pPr marL="180975" marR="0" lvl="0" indent="-180975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㈜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프리챌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아이덴티티팀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(2002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): CI, BI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디자인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5677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수행실적</a:t>
                      </a:r>
                      <a:endParaRPr lang="en-US" altLang="ko-KR" sz="1200" b="1" dirty="0"/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면접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평가</a:t>
                      </a:r>
                      <a:r>
                        <a:rPr lang="ko-KR" altLang="en-US" sz="1100" b="0" dirty="0">
                          <a:latin typeface="+mn-lt"/>
                        </a:rPr>
                        <a:t>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lang="ko-KR" altLang="en-US" sz="1100" b="0" dirty="0">
                          <a:latin typeface="+mn-lt"/>
                        </a:rPr>
                        <a:t>신한은행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국민은행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예술의전당</a:t>
                      </a:r>
                      <a:r>
                        <a:rPr lang="en-US" altLang="ko-KR" sz="1100" b="0" dirty="0">
                          <a:latin typeface="+mn-lt"/>
                        </a:rPr>
                        <a:t>. </a:t>
                      </a:r>
                      <a:r>
                        <a:rPr lang="ko-KR" altLang="en-US" sz="1100" b="0" dirty="0">
                          <a:latin typeface="+mn-lt"/>
                        </a:rPr>
                        <a:t>국민건강보험공단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서울문화재단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서울신용보증재단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    중앙서비스원</a:t>
                      </a:r>
                      <a:r>
                        <a:rPr lang="en-US" altLang="ko-KR" sz="1100" b="0" dirty="0">
                          <a:latin typeface="+mn-lt"/>
                        </a:rPr>
                        <a:t>,  </a:t>
                      </a:r>
                      <a:r>
                        <a:rPr lang="ko-KR" altLang="en-US" sz="1100" b="0" dirty="0">
                          <a:latin typeface="+mn-lt"/>
                        </a:rPr>
                        <a:t>코트라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국민건강보험공단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+mn-lt"/>
                        </a:rPr>
                        <a:t>서류 </a:t>
                      </a:r>
                      <a:r>
                        <a:rPr lang="en-US" altLang="ko-KR" sz="1100" b="0" dirty="0">
                          <a:latin typeface="+mn-lt"/>
                        </a:rPr>
                        <a:t>: </a:t>
                      </a:r>
                      <a:r>
                        <a:rPr lang="ko-KR" altLang="en-US" sz="1100" b="0" dirty="0">
                          <a:latin typeface="+mn-lt"/>
                        </a:rPr>
                        <a:t>한국투자공사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한국장학재단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 err="1">
                          <a:latin typeface="+mn-lt"/>
                        </a:rPr>
                        <a:t>한국조폐공사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502110"/>
              </p:ext>
            </p:extLst>
          </p:nvPr>
        </p:nvGraphicFramePr>
        <p:xfrm>
          <a:off x="246629" y="5445223"/>
          <a:ext cx="8752578" cy="1336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67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전문면접관 교육과정 수료 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투자자산운용사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AFPK,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자산관리사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은행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FP),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증권투자상담사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파생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부동산펀드 투자상담사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판매인력능력평가시험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생명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손해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보험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변액보험대리점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JLPT1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급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3C5967-0374-4BDD-B0CF-ABC3DADE35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2"/>
            <a:ext cx="1296144" cy="174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211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99</cp:revision>
  <dcterms:created xsi:type="dcterms:W3CDTF">2020-11-22T09:49:43Z</dcterms:created>
  <dcterms:modified xsi:type="dcterms:W3CDTF">2026-01-28T06:42:33Z</dcterms:modified>
</cp:coreProperties>
</file>