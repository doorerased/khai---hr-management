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7" r:id="rId1"/>
  </p:sldMasterIdLst>
  <p:notesMasterIdLst>
    <p:notesMasterId r:id="rId3"/>
  </p:notesMasterIdLst>
  <p:sldIdLst>
    <p:sldId id="258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7" autoAdjust="0"/>
    <p:restoredTop sz="94660"/>
  </p:normalViewPr>
  <p:slideViewPr>
    <p:cSldViewPr>
      <p:cViewPr varScale="1">
        <p:scale>
          <a:sx n="75" d="100"/>
          <a:sy n="75" d="100"/>
        </p:scale>
        <p:origin x="1589" y="67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5D1CAD-79E2-443A-890F-9D867EA80623}" type="datetime1">
              <a:rPr lang="ko-KR" altLang="en-US"/>
              <a:pPr lvl="0">
                <a:defRPr/>
              </a:pPr>
              <a:t>2024-10-24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42C56747-5DF3-49CF-A9E3-67898158F7E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42C56747-5DF3-49CF-A9E3-67898158F7EB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2024-10-24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2024-10-24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2024-10-24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2024-10-24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2024-10-24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2024-10-24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2024-10-24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2024-10-24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2024-10-24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2024-10-24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2024-10-24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2EA09-EA89-4E79-8D3C-316B79FCE3DD}" type="datetimeFigureOut">
              <a:rPr lang="ko-KR" altLang="en-US" smtClean="0"/>
              <a:pPr/>
              <a:t>2024-10-24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20132" y="404664"/>
          <a:ext cx="8781023" cy="183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4729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/>
                        <a:buChar char="Ø"/>
                        <a:defRPr/>
                      </a:pPr>
                      <a:r>
                        <a:rPr lang="ko-KR" altLang="en-US" sz="1600"/>
                        <a:t>기본 인적사항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209">
                <a:tc rowSpan="4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/>
                    </a:p>
                    <a:p>
                      <a:pPr algn="ctr" latinLnBrk="1">
                        <a:defRPr/>
                      </a:pPr>
                      <a:endParaRPr lang="en-US" altLang="ko-KR" sz="1100"/>
                    </a:p>
                    <a:p>
                      <a:pPr algn="ctr" latinLnBrk="1">
                        <a:defRPr/>
                      </a:pPr>
                      <a:endParaRPr lang="en-US" altLang="ko-KR" sz="1100"/>
                    </a:p>
                    <a:p>
                      <a:pPr algn="ctr" latinLnBrk="1">
                        <a:defRPr/>
                      </a:pPr>
                      <a:r>
                        <a:rPr lang="ko-KR" altLang="en-US" sz="1100"/>
                        <a:t>사 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>
                          <a:latin typeface="+mj-ea"/>
                          <a:ea typeface="+mj-ea"/>
                        </a:rPr>
                        <a:t>이         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/>
                        <a:t>박용성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/>
                        <a:t>1968. 10. 24.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69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>
                          <a:latin typeface="+mj-ea"/>
                          <a:ea typeface="+mj-ea"/>
                        </a:rPr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aseline="0">
                          <a:latin typeface="+mn-lt"/>
                        </a:rPr>
                        <a:t> </a:t>
                      </a:r>
                      <a:r>
                        <a:rPr lang="ko-KR" altLang="en-US" sz="1100" baseline="0">
                          <a:latin typeface="+mn-lt"/>
                        </a:rPr>
                        <a:t>단국대학교 </a:t>
                      </a:r>
                      <a:r>
                        <a:rPr lang="en-US" altLang="ko-KR" sz="1100" baseline="0">
                          <a:latin typeface="+mn-lt"/>
                        </a:rPr>
                        <a:t> </a:t>
                      </a:r>
                      <a:r>
                        <a:rPr lang="ko-KR" altLang="en-US" sz="1100" baseline="0">
                          <a:latin typeface="+mn-lt"/>
                        </a:rPr>
                        <a:t>행정학과 교수</a:t>
                      </a:r>
                      <a:r>
                        <a:rPr lang="en-US" altLang="ko-KR" sz="1100" baseline="0">
                          <a:latin typeface="+mn-lt"/>
                        </a:rPr>
                        <a:t>          010-8741-5074          dragonstar@daum.net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10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>
                          <a:latin typeface="+mj-ea"/>
                          <a:ea typeface="+mj-ea"/>
                        </a:rPr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>
                          <a:latin typeface="+mn-lt"/>
                        </a:rPr>
                        <a:t> </a:t>
                      </a:r>
                      <a:r>
                        <a:rPr lang="en-US" altLang="ko-KR" sz="1100" baseline="0">
                          <a:latin typeface="+mn-lt"/>
                        </a:rPr>
                        <a:t> </a:t>
                      </a:r>
                      <a:r>
                        <a:rPr lang="ko-KR" altLang="en-US" sz="1100" baseline="0">
                          <a:latin typeface="+mn-lt"/>
                        </a:rPr>
                        <a:t>정부혁신</a:t>
                      </a:r>
                      <a:r>
                        <a:rPr lang="en-US" altLang="ko-KR" sz="1100" baseline="0">
                          <a:latin typeface="+mn-lt"/>
                        </a:rPr>
                        <a:t>,</a:t>
                      </a:r>
                      <a:r>
                        <a:rPr lang="ko-KR" altLang="en-US" sz="1100" baseline="0">
                          <a:latin typeface="+mn-lt"/>
                        </a:rPr>
                        <a:t> 성과관리</a:t>
                      </a:r>
                      <a:r>
                        <a:rPr lang="en-US" altLang="ko-KR" sz="1100" baseline="0">
                          <a:latin typeface="+mn-lt"/>
                        </a:rPr>
                        <a:t> </a:t>
                      </a:r>
                      <a:r>
                        <a:rPr lang="ko-KR" altLang="en-US" sz="1100" baseline="0">
                          <a:latin typeface="+mn-lt"/>
                        </a:rPr>
                        <a:t>등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69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>
                          <a:latin typeface="+mj-ea"/>
                          <a:ea typeface="+mj-ea"/>
                        </a:rPr>
                        <a:t>학          력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ko-KR" altLang="en-US" sz="1100" dirty="0">
                          <a:latin typeface="+mn-lt"/>
                        </a:rPr>
                        <a:t>서울대학교 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인류</a:t>
                      </a:r>
                      <a:r>
                        <a:rPr lang="ko-KR" altLang="en-US" sz="1100" dirty="0">
                          <a:latin typeface="+mn-lt"/>
                        </a:rPr>
                        <a:t>학 학사</a:t>
                      </a:r>
                      <a:r>
                        <a:rPr lang="en-US" altLang="ko-KR" sz="1100" dirty="0">
                          <a:latin typeface="+mn-lt"/>
                        </a:rPr>
                        <a:t>,  Manchester</a:t>
                      </a:r>
                      <a:r>
                        <a:rPr lang="ko-KR" altLang="en-US" sz="1100" dirty="0">
                          <a:latin typeface="+mn-lt"/>
                        </a:rPr>
                        <a:t>대학교</a:t>
                      </a:r>
                      <a:r>
                        <a:rPr lang="en-US" altLang="ko-KR" sz="1100" dirty="0">
                          <a:latin typeface="+mn-lt"/>
                        </a:rPr>
                        <a:t> 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경제</a:t>
                      </a:r>
                      <a:r>
                        <a:rPr lang="ko-KR" altLang="en-US" sz="1100" dirty="0">
                          <a:latin typeface="+mn-lt"/>
                        </a:rPr>
                        <a:t>학 석사</a:t>
                      </a:r>
                      <a:r>
                        <a:rPr lang="en-US" altLang="ko-KR" sz="1100" dirty="0">
                          <a:latin typeface="+mn-lt"/>
                        </a:rPr>
                        <a:t>, Manchester</a:t>
                      </a:r>
                      <a:r>
                        <a:rPr lang="ko-KR" altLang="en-US" sz="1100" dirty="0">
                          <a:latin typeface="+mn-lt"/>
                        </a:rPr>
                        <a:t>대학교</a:t>
                      </a:r>
                      <a:r>
                        <a:rPr lang="en-US" altLang="ko-KR" sz="1100" dirty="0">
                          <a:latin typeface="+mn-lt"/>
                        </a:rPr>
                        <a:t> 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행정</a:t>
                      </a:r>
                      <a:r>
                        <a:rPr lang="ko-KR" altLang="en-US" sz="1100" dirty="0">
                          <a:latin typeface="+mn-lt"/>
                        </a:rPr>
                        <a:t>학 박사</a:t>
                      </a:r>
                      <a:r>
                        <a:rPr lang="en-US" altLang="ko-KR" sz="1100" dirty="0">
                          <a:latin typeface="+mn-lt"/>
                        </a:rPr>
                        <a:t> </a:t>
                      </a:r>
                      <a:r>
                        <a:rPr lang="ko-KR" altLang="en-US" sz="1100" dirty="0">
                          <a:latin typeface="+mn-lt"/>
                        </a:rPr>
                        <a:t>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241011" y="2297266"/>
          <a:ext cx="8757108" cy="29319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0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771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600"/>
                        <a:t>경력사항 및 수행실적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643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단국</a:t>
                      </a:r>
                      <a:r>
                        <a:rPr lang="ko-KR" altLang="en-US" sz="1100" baseline="0">
                          <a:latin typeface="+mn-lt"/>
                        </a:rPr>
                        <a:t>대학교 </a:t>
                      </a:r>
                      <a:r>
                        <a:rPr lang="en-US" altLang="ko-KR" sz="1100" baseline="0">
                          <a:latin typeface="+mn-lt"/>
                        </a:rPr>
                        <a:t> </a:t>
                      </a:r>
                      <a:r>
                        <a:rPr lang="ko-KR" altLang="en-US" sz="1100" baseline="0">
                          <a:latin typeface="+mn-lt"/>
                        </a:rPr>
                        <a:t>행정학과 교수</a:t>
                      </a:r>
                      <a:r>
                        <a:rPr lang="en-US" altLang="ko-KR" sz="1100" baseline="0">
                          <a:latin typeface="+mn-lt"/>
                        </a:rPr>
                        <a:t> (2003</a:t>
                      </a:r>
                      <a:r>
                        <a:rPr kumimoji="0" lang="ko-KR" altLang="en-US" sz="11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~ </a:t>
                      </a:r>
                      <a:r>
                        <a:rPr kumimoji="0" lang="ko-KR" altLang="en-US" sz="11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행안부 고공단 역평평가위원 </a:t>
                      </a:r>
                      <a:r>
                        <a:rPr lang="en-US" altLang="ko-KR" sz="1100" baseline="0">
                          <a:latin typeface="+mn-lt"/>
                        </a:rPr>
                        <a:t>(2010</a:t>
                      </a:r>
                      <a:r>
                        <a:rPr kumimoji="0" lang="ko-KR" altLang="en-US" sz="11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~ </a:t>
                      </a:r>
                      <a:r>
                        <a:rPr kumimoji="0" lang="ko-KR" altLang="en-US" sz="11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문화관광부</a:t>
                      </a:r>
                      <a:r>
                        <a:rPr kumimoji="0" lang="en-US" altLang="ko-KR" sz="11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,</a:t>
                      </a:r>
                      <a:r>
                        <a:rPr kumimoji="0" lang="ko-KR" altLang="en-US" sz="11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sz="1100" b="0" i="0" u="none" strike="noStrike"/>
                        <a:t>국방부</a:t>
                      </a:r>
                      <a:r>
                        <a:rPr lang="EN-US" sz="1100" b="0" i="0" u="none" strike="noStrike"/>
                        <a:t>, </a:t>
                      </a:r>
                      <a:r>
                        <a:rPr sz="1100" b="0" i="0" u="none" strike="noStrike"/>
                        <a:t>공정거래위원회</a:t>
                      </a:r>
                      <a:r>
                        <a:rPr lang="EN-US" sz="1100" b="0" i="0" u="none" strike="noStrike"/>
                        <a:t>, </a:t>
                      </a:r>
                      <a:r>
                        <a:rPr sz="1100" b="0" i="0" u="none" strike="noStrike"/>
                        <a:t>방송통신위원회</a:t>
                      </a:r>
                      <a:r>
                        <a:rPr lang="EN-US" sz="1100" b="0" i="0" u="none" strike="noStrike"/>
                        <a:t>, </a:t>
                      </a:r>
                      <a:r>
                        <a:rPr sz="1100" b="0" i="0" u="none" strike="noStrike"/>
                        <a:t>방위사업청 자체평가위원 </a:t>
                      </a:r>
                      <a:r>
                        <a:rPr lang="en-US" altLang="ko-KR" sz="1100" baseline="0">
                          <a:latin typeface="+mn-lt"/>
                        </a:rPr>
                        <a:t>(2008</a:t>
                      </a:r>
                      <a:r>
                        <a:rPr lang="ko-KR" altLang="en-US" sz="1100" baseline="0">
                          <a:latin typeface="+mn-lt"/>
                        </a:rPr>
                        <a:t>년 </a:t>
                      </a:r>
                      <a:r>
                        <a:rPr lang="en-US" altLang="ko-KR" sz="1100" baseline="0">
                          <a:latin typeface="+mn-lt"/>
                        </a:rPr>
                        <a:t>~ 2016</a:t>
                      </a:r>
                      <a:r>
                        <a:rPr lang="ko-KR" altLang="en-US" sz="1100" baseline="0">
                          <a:latin typeface="+mn-lt"/>
                        </a:rPr>
                        <a:t>년</a:t>
                      </a:r>
                      <a:r>
                        <a:rPr lang="en-US" altLang="ko-KR" sz="1100" baseline="0">
                          <a:latin typeface="+mn-lt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기재부 공기업 경평단 평가팀장</a:t>
                      </a:r>
                      <a:r>
                        <a:rPr kumimoji="0" lang="en-US" altLang="ko-KR" sz="11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100" baseline="0">
                          <a:latin typeface="+mn-lt"/>
                        </a:rPr>
                        <a:t>(2019,</a:t>
                      </a:r>
                      <a:r>
                        <a:rPr lang="ko-KR" altLang="en-US" sz="1100" baseline="0">
                          <a:latin typeface="+mn-lt"/>
                        </a:rPr>
                        <a:t> </a:t>
                      </a:r>
                      <a:r>
                        <a:rPr lang="en-US" altLang="ko-KR" sz="1100" baseline="0">
                          <a:latin typeface="+mn-lt"/>
                        </a:rPr>
                        <a:t>2021,</a:t>
                      </a:r>
                      <a:r>
                        <a:rPr lang="ko-KR" altLang="en-US" sz="1100" baseline="0">
                          <a:latin typeface="+mn-lt"/>
                        </a:rPr>
                        <a:t> </a:t>
                      </a:r>
                      <a:r>
                        <a:rPr lang="en-US" altLang="ko-KR" sz="1100" baseline="0">
                          <a:latin typeface="+mn-lt"/>
                        </a:rPr>
                        <a:t>2023</a:t>
                      </a:r>
                      <a:r>
                        <a:rPr lang="ko-KR" altLang="en-US" sz="1100" baseline="0">
                          <a:latin typeface="+mn-lt"/>
                        </a:rPr>
                        <a:t>년</a:t>
                      </a:r>
                      <a:r>
                        <a:rPr lang="en-US" altLang="ko-KR" sz="1100" baseline="0">
                          <a:latin typeface="+mn-lt"/>
                        </a:rPr>
                        <a:t>)</a:t>
                      </a:r>
                      <a:endParaRPr lang="en-US" altLang="ko-KR" sz="1100" baseline="0"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672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심사 및 평가</a:t>
                      </a:r>
                    </a:p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수행 실적</a:t>
                      </a:r>
                    </a:p>
                    <a:p>
                      <a:pPr algn="ctr" latinLnBrk="1">
                        <a:defRPr/>
                      </a:pP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lang="ko-KR" altLang="en-US" sz="1100" b="0">
                          <a:latin typeface="+mn-lt"/>
                        </a:rPr>
                        <a:t>면접 평가 </a:t>
                      </a:r>
                      <a:r>
                        <a:rPr lang="en-US" altLang="ko-KR" sz="1100" b="0">
                          <a:latin typeface="+mn-lt"/>
                        </a:rPr>
                        <a:t>: </a:t>
                      </a:r>
                      <a:r>
                        <a:rPr lang="en-US" altLang="ko-KR" sz="1100" baseline="0">
                          <a:latin typeface="+mn-lt"/>
                        </a:rPr>
                        <a:t> </a:t>
                      </a:r>
                      <a:r>
                        <a:rPr lang="ko-KR" altLang="en-US" sz="1100" baseline="0">
                          <a:latin typeface="+mn-lt"/>
                        </a:rPr>
                        <a:t>행시</a:t>
                      </a:r>
                      <a:r>
                        <a:rPr lang="en-US" altLang="ko-KR" sz="1100" baseline="0">
                          <a:latin typeface="+mn-lt"/>
                        </a:rPr>
                        <a:t>,</a:t>
                      </a:r>
                      <a:r>
                        <a:rPr lang="ko-KR" altLang="en-US" sz="1100" baseline="0">
                          <a:latin typeface="+mn-lt"/>
                        </a:rPr>
                        <a:t> 입법고시</a:t>
                      </a:r>
                      <a:r>
                        <a:rPr lang="en-US" altLang="ko-KR" sz="1100" baseline="0">
                          <a:latin typeface="+mn-lt"/>
                        </a:rPr>
                        <a:t>,</a:t>
                      </a:r>
                      <a:r>
                        <a:rPr lang="ko-KR" altLang="en-US" sz="1100" baseline="0">
                          <a:latin typeface="+mn-lt"/>
                        </a:rPr>
                        <a:t> 공공기관 임원추천위원</a:t>
                      </a:r>
                      <a:r>
                        <a:rPr kumimoji="0" lang="ko-KR" altLang="en-US" sz="11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등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/>
                        <a:buChar char="•"/>
                        <a:defRPr/>
                      </a:pPr>
                      <a:r>
                        <a:rPr lang="ko-KR" altLang="en-US" sz="1100" b="0">
                          <a:latin typeface="+mn-lt"/>
                        </a:rPr>
                        <a:t>서류 평가 </a:t>
                      </a:r>
                      <a:r>
                        <a:rPr lang="en-US" altLang="ko-KR" sz="1100" b="0">
                          <a:latin typeface="+mn-lt"/>
                        </a:rPr>
                        <a:t>: </a:t>
                      </a:r>
                      <a:r>
                        <a:rPr lang="ko-KR" altLang="en-US" sz="1100" b="0">
                          <a:latin typeface="+mn-lt"/>
                        </a:rPr>
                        <a:t>국립생태원 설립위원</a:t>
                      </a:r>
                      <a:r>
                        <a:rPr lang="en-US" altLang="ko-KR" sz="1100" b="0">
                          <a:latin typeface="+mn-lt"/>
                        </a:rPr>
                        <a:t>,</a:t>
                      </a:r>
                      <a:r>
                        <a:rPr lang="ko-KR" altLang="en-US" sz="1100" b="0">
                          <a:latin typeface="+mn-lt"/>
                        </a:rPr>
                        <a:t> 물기술인증원 설립위원</a:t>
                      </a:r>
                      <a:r>
                        <a:rPr lang="en-US" altLang="ko-KR" sz="1100" b="0">
                          <a:latin typeface="+mn-lt"/>
                        </a:rPr>
                        <a:t>,</a:t>
                      </a:r>
                      <a:r>
                        <a:rPr lang="ko-KR" altLang="en-US" sz="1100" b="0">
                          <a:latin typeface="+mn-lt"/>
                        </a:rPr>
                        <a:t> 철도시설공단 내부평가위원</a:t>
                      </a:r>
                      <a:r>
                        <a:rPr kumimoji="0" lang="ko-KR" altLang="en-US" sz="11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등 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정부과제 심사</a:t>
                      </a:r>
                      <a:r>
                        <a:rPr kumimoji="0" lang="en-US" altLang="ko-KR" sz="11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: </a:t>
                      </a:r>
                      <a:r>
                        <a:rPr kumimoji="0" lang="ko-KR" altLang="en-US" sz="11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법무부 기타공공기관 경영평가단장</a:t>
                      </a:r>
                      <a:r>
                        <a:rPr kumimoji="0" lang="en-US" altLang="ko-KR" sz="11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</a:t>
                      </a:r>
                      <a:r>
                        <a:rPr kumimoji="0" lang="ko-KR" altLang="en-US" sz="11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환경산업기술원 그린카드 위원장 등 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외부평가 활동 </a:t>
                      </a:r>
                      <a:r>
                        <a:rPr kumimoji="0" lang="en-US" altLang="ko-KR" sz="11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: </a:t>
                      </a:r>
                      <a:r>
                        <a:rPr kumimoji="0" lang="ko-KR" altLang="en-US" sz="11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행시시험출제위원</a:t>
                      </a:r>
                      <a:r>
                        <a:rPr kumimoji="0" lang="en-US" altLang="ko-KR" sz="11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입법고시 출제위원</a:t>
                      </a:r>
                      <a:r>
                        <a:rPr kumimoji="0" lang="en-US" altLang="ko-KR" sz="11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정부업무평가 국정과제평가위원 등</a:t>
                      </a:r>
                      <a:r>
                        <a:rPr kumimoji="0" lang="en-US" altLang="ko-KR" sz="11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  </a:t>
                      </a:r>
                      <a:endParaRPr kumimoji="0" lang="en-US" altLang="ko-KR" sz="1100" b="0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248578" y="5289376"/>
          <a:ext cx="8752578" cy="1491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152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600"/>
                        <a:t>기타</a:t>
                      </a:r>
                      <a:r>
                        <a:rPr lang="en-US" altLang="ko-KR" sz="1600"/>
                        <a:t>(</a:t>
                      </a:r>
                      <a:r>
                        <a:rPr lang="ko-KR" altLang="en-US" sz="1600"/>
                        <a:t>자격</a:t>
                      </a:r>
                      <a:r>
                        <a:rPr lang="ko-KR" altLang="en-US" sz="1600" baseline="0"/>
                        <a:t> 및 이수</a:t>
                      </a:r>
                      <a:r>
                        <a:rPr lang="en-US" altLang="ko-KR" sz="1600" baseline="0"/>
                        <a:t>, </a:t>
                      </a:r>
                      <a:r>
                        <a:rPr lang="ko-KR" altLang="en-US" sz="1600" baseline="0"/>
                        <a:t>저서</a:t>
                      </a:r>
                      <a:r>
                        <a:rPr lang="en-US" altLang="ko-KR" sz="1600" baseline="0"/>
                        <a:t>, </a:t>
                      </a:r>
                      <a:r>
                        <a:rPr lang="ko-KR" altLang="en-US" sz="1600" baseline="0"/>
                        <a:t>논문 등</a:t>
                      </a:r>
                      <a:r>
                        <a:rPr lang="en-US" altLang="ko-KR" sz="1600" baseline="0"/>
                        <a:t>)</a:t>
                      </a:r>
                      <a:endParaRPr lang="ko-KR" altLang="en-US" sz="1600"/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179"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자격 및 이수</a:t>
                      </a:r>
                    </a:p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논문</a:t>
                      </a:r>
                    </a:p>
                    <a:p>
                      <a:pPr algn="ctr" latinLnBrk="1">
                        <a:defRPr/>
                      </a:pP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/>
                        <a:buNone/>
                        <a:defRPr/>
                      </a:pPr>
                      <a:r>
                        <a:rPr lang="en-US" altLang="ko-KR" sz="1100"/>
                        <a:t>(</a:t>
                      </a:r>
                      <a:r>
                        <a:rPr lang="ko-KR" altLang="en-US" sz="1100"/>
                        <a:t>논문</a:t>
                      </a:r>
                      <a:r>
                        <a:rPr lang="en-US" altLang="ko-KR" sz="1100"/>
                        <a:t>) </a:t>
                      </a:r>
                      <a:r>
                        <a:rPr lang="ko-KR" altLang="en-US" sz="1100"/>
                        <a:t>공공부문의 고객 맞춤형 통합서비스 전달체계 사례연구</a:t>
                      </a:r>
                    </a:p>
                    <a:p>
                      <a:pPr marL="0" indent="0" latinLnBrk="1">
                        <a:buFont typeface="Arial"/>
                        <a:buNone/>
                        <a:defRPr/>
                      </a:pP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학술지</a:t>
                      </a: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인사행정학회보</a:t>
                      </a: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2020</a:t>
                      </a: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년도</a:t>
                      </a:r>
                      <a:endParaRPr lang="ko-KR" altLang="en-US" sz="1100" b="0" i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179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lang="en-US" altLang="ko-KR" sz="1100"/>
                        <a:t>(</a:t>
                      </a:r>
                      <a:r>
                        <a:rPr lang="ko-KR" altLang="en-US" sz="1100"/>
                        <a:t>논문</a:t>
                      </a:r>
                      <a:r>
                        <a:rPr lang="en-US" altLang="ko-KR" sz="1100"/>
                        <a:t>) </a:t>
                      </a:r>
                      <a:r>
                        <a:rPr lang="ko-KR" altLang="en-US" sz="1100"/>
                        <a:t>공공기관 경영평가제도의 정부시기별 정책변동유형에 대한 연구</a:t>
                      </a:r>
                      <a:r>
                        <a:rPr lang="en-US" altLang="ko-KR" sz="1100"/>
                        <a:t>  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학술지</a:t>
                      </a: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국정관리연구</a:t>
                      </a: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2023</a:t>
                      </a:r>
                      <a:endParaRPr lang="ko-KR" altLang="en-US" sz="1100" b="0" i="0" kern="120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14800" y="31623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pic>
        <p:nvPicPr>
          <p:cNvPr id="10" name="그림 9"/>
          <p:cNvPicPr/>
          <p:nvPr/>
        </p:nvPicPr>
        <p:blipFill rotWithShape="1">
          <a:blip r:embed="rId3"/>
          <a:srcRect b="11156"/>
          <a:stretch/>
        </p:blipFill>
        <p:spPr>
          <a:xfrm>
            <a:off x="248579" y="773320"/>
            <a:ext cx="1299086" cy="146377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FB84B9E-8274-6053-5844-EA6CF806D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504" y="99455"/>
            <a:ext cx="2880320" cy="305209"/>
          </a:xfrm>
        </p:spPr>
        <p:txBody>
          <a:bodyPr>
            <a:normAutofit fontScale="90000"/>
          </a:bodyPr>
          <a:lstStyle/>
          <a:p>
            <a:pPr algn="l">
              <a:tabLst>
                <a:tab pos="533400" algn="l"/>
                <a:tab pos="625475" algn="l"/>
              </a:tabLst>
            </a:pPr>
            <a:r>
              <a:rPr lang="ko-KR" altLang="en-US" sz="1800" b="1" dirty="0">
                <a:solidFill>
                  <a:schemeClr val="accent1">
                    <a:lumMod val="50000"/>
                  </a:schemeClr>
                </a:solidFill>
              </a:rPr>
              <a:t>면접관</a:t>
            </a:r>
            <a:r>
              <a:rPr lang="en-US" altLang="ko-KR" sz="1800" b="1" dirty="0">
                <a:solidFill>
                  <a:schemeClr val="accent1">
                    <a:lumMod val="50000"/>
                  </a:schemeClr>
                </a:solidFill>
              </a:rPr>
              <a:t> Profile </a:t>
            </a:r>
            <a:endParaRPr lang="ko-KR" altLang="en-US" sz="18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</Words>
  <Application>Microsoft Office PowerPoint</Application>
  <PresentationFormat>화면 슬라이드 쇼(4:3)</PresentationFormat>
  <Paragraphs>36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면접관 Profile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작성법</dc:title>
  <dc:creator>LG</dc:creator>
  <cp:lastModifiedBy>SuKyung Jung</cp:lastModifiedBy>
  <cp:revision>83</cp:revision>
  <dcterms:created xsi:type="dcterms:W3CDTF">2020-11-22T09:49:43Z</dcterms:created>
  <dcterms:modified xsi:type="dcterms:W3CDTF">2024-10-24T07:01:09Z</dcterms:modified>
  <cp:version/>
</cp:coreProperties>
</file>