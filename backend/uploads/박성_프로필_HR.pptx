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1380" y="72"/>
      </p:cViewPr>
      <p:guideLst>
        <p:guide orient="horz" pos="120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040" cy="512386"/>
          </a:xfrm>
          <a:prstGeom prst="rect">
            <a:avLst/>
          </a:prstGeom>
        </p:spPr>
        <p:txBody>
          <a:bodyPr vert="horz" lIns="94832" tIns="47416" rIns="94832" bIns="474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63" y="0"/>
            <a:ext cx="3078040" cy="512386"/>
          </a:xfrm>
          <a:prstGeom prst="rect">
            <a:avLst/>
          </a:prstGeom>
        </p:spPr>
        <p:txBody>
          <a:bodyPr vert="horz" lIns="94832" tIns="47416" rIns="94832" bIns="47416" rtlCol="0"/>
          <a:lstStyle>
            <a:lvl1pPr algn="r">
              <a:defRPr sz="1200"/>
            </a:lvl1pPr>
          </a:lstStyle>
          <a:p>
            <a:fld id="{825F35B2-2A92-4A63-B637-C7F8227E17C5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32" tIns="47416" rIns="94832" bIns="474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573" y="4925777"/>
            <a:ext cx="5682918" cy="4030329"/>
          </a:xfrm>
          <a:prstGeom prst="rect">
            <a:avLst/>
          </a:prstGeom>
        </p:spPr>
        <p:txBody>
          <a:bodyPr vert="horz" lIns="94832" tIns="47416" rIns="94832" bIns="4741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229"/>
            <a:ext cx="3078040" cy="512385"/>
          </a:xfrm>
          <a:prstGeom prst="rect">
            <a:avLst/>
          </a:prstGeom>
        </p:spPr>
        <p:txBody>
          <a:bodyPr vert="horz" lIns="94832" tIns="47416" rIns="94832" bIns="474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63" y="9722229"/>
            <a:ext cx="3078040" cy="512385"/>
          </a:xfrm>
          <a:prstGeom prst="rect">
            <a:avLst/>
          </a:prstGeom>
        </p:spPr>
        <p:txBody>
          <a:bodyPr vert="horz" lIns="94832" tIns="47416" rIns="94832" bIns="47416" rtlCol="0" anchor="b"/>
          <a:lstStyle>
            <a:lvl1pPr algn="r">
              <a:defRPr sz="1200"/>
            </a:lvl1pPr>
          </a:lstStyle>
          <a:p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familymart@naver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39998"/>
              </p:ext>
            </p:extLst>
          </p:nvPr>
        </p:nvGraphicFramePr>
        <p:xfrm>
          <a:off x="220133" y="452090"/>
          <a:ext cx="8816363" cy="1972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428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기본인적사항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94"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이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박 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1974.05.27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9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/>
                        <a:t> ㈜디에스비엘 </a:t>
                      </a:r>
                      <a:r>
                        <a:rPr lang="en-US" altLang="ko-KR" sz="1200" baseline="0" dirty="0"/>
                        <a:t>R&amp;D</a:t>
                      </a:r>
                      <a:r>
                        <a:rPr lang="ko-KR" altLang="en-US" sz="1200" baseline="0" dirty="0"/>
                        <a:t>센터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센터장 </a:t>
                      </a:r>
                      <a:r>
                        <a:rPr lang="en-US" altLang="ko-KR" sz="1200" baseline="0" dirty="0"/>
                        <a:t>/ </a:t>
                      </a:r>
                      <a:r>
                        <a:rPr lang="en-US" altLang="ko-KR" sz="1200" baseline="0" dirty="0">
                          <a:hlinkClick r:id="rId2"/>
                        </a:rPr>
                        <a:t>familymart@naver.com</a:t>
                      </a:r>
                      <a:r>
                        <a:rPr lang="en-US" altLang="ko-KR" sz="1200" baseline="0" dirty="0"/>
                        <a:t> / 010-3276-0208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9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 문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/>
                        <a:t> 역량평가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채용</a:t>
                      </a:r>
                      <a:r>
                        <a:rPr lang="en-US" altLang="ko-KR" sz="1200" baseline="0" dirty="0"/>
                        <a:t>, HR, HRD, </a:t>
                      </a:r>
                      <a:r>
                        <a:rPr lang="ko-KR" altLang="en-US" sz="1200" baseline="0" dirty="0"/>
                        <a:t>경제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경영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영업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마케팅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사업기획</a:t>
                      </a:r>
                      <a:r>
                        <a:rPr lang="en-US" altLang="ko-KR" sz="1200" baseline="0"/>
                        <a:t>, </a:t>
                      </a:r>
                      <a:r>
                        <a:rPr lang="en-US" altLang="ko-KR" sz="1200" baseline="0" dirty="0"/>
                        <a:t>IT</a:t>
                      </a:r>
                      <a:r>
                        <a:rPr lang="ko-KR" altLang="en-US" sz="1200" baseline="0" dirty="0"/>
                        <a:t>프로젝트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[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석사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Queensland University of Technology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경영대학원 국제경영학 전공</a:t>
                      </a:r>
                      <a:b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건국대학교 경제학과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80517"/>
              </p:ext>
            </p:extLst>
          </p:nvPr>
        </p:nvGraphicFramePr>
        <p:xfrm>
          <a:off x="214282" y="2447037"/>
          <a:ext cx="8822214" cy="3138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8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1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46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주 요 이 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디에스비엘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컨설팅 센터장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(’23.07~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현재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               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역량평가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채용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100" b="1" dirty="0"/>
                        <a:t> </a:t>
                      </a:r>
                      <a:r>
                        <a:rPr lang="ko-KR" altLang="en-US" sz="1100" b="1" dirty="0"/>
                        <a:t>교육체계수립</a:t>
                      </a:r>
                      <a:r>
                        <a:rPr lang="en-US" altLang="ko-KR" sz="1100" b="1" dirty="0"/>
                        <a:t>, </a:t>
                      </a:r>
                      <a:r>
                        <a:rPr lang="ko-KR" altLang="en-US" sz="1100" b="1" dirty="0"/>
                        <a:t>과정개발</a:t>
                      </a:r>
                      <a:r>
                        <a:rPr lang="en-US" altLang="ko-KR" sz="1100" b="1" dirty="0"/>
                        <a:t>, e-HRD </a:t>
                      </a:r>
                      <a:r>
                        <a:rPr lang="ko-KR" altLang="en-US" sz="1100" b="1" dirty="0"/>
                        <a:t>컨설팅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PSI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컨설팅 사업그룹 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그룹장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(’09.02~’23.07)             HR, HRD,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교육기획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과정개발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강의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FT,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역량모델링 컨설팅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신세계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I&amp;C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웹서비스팀 과장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(’08.06~’09.02)            HR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시스템기획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프로젝트관리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솔루션영업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롯데그룹 롯데인재개발원 대리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(’08.02~’08.06)         HR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시스템기획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교육훈련운영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FN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이노에듀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컨설팅팀 대리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(’06.01~’08.02)            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신사업기획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서비스개발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B2B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사업관리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현대투자신탁운용 운용본부 연구원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(’05.02~’05.11)  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금융시장리서치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리포트작성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웰라코리아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마케팅팀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AM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(‘01.06~’02.12)              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영업전략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트레이드마케팅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마케팅기획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수 행 실 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면 접 관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한국은행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수출입은행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기업은행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수협중앙회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코스콤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우리금융캐피탈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국민은행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농협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예금보험공사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LH,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제주개발공사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제주관광공사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부산관광공사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부산환경공단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인천국제공항공사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한국가스기술공사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KOTRA,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한국광해광업공단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한국무역보험공사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HUG,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한국관광공사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국민건강보험공단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한국자산관리공사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경기도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KPS,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한국남부발전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한국서부발전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한국전력기술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한국교육환경보호원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울산항만공사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완주군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용인시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차세대융합기술원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기획재정부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스포츠윤리센터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EXCO,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극지연구소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대한지방행정공제회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서류평가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한국증권금융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한국거래소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한국벤처투자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기업은행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금융감독원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신용보증기금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국민건강보험공단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한국교통안전공단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한전원자력원료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서민금융진흥원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차세대융합기술원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정보통신기획평가원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경기도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한국연구재단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세종학당재단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국립해양과학관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국립항공박물관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한국스포츠레저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한국보육진흥원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11110"/>
              </p:ext>
            </p:extLst>
          </p:nvPr>
        </p:nvGraphicFramePr>
        <p:xfrm>
          <a:off x="214282" y="5581533"/>
          <a:ext cx="8820611" cy="119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95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기타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자격</a:t>
                      </a:r>
                      <a:r>
                        <a:rPr lang="ko-KR" altLang="en-US" sz="1400" baseline="0" dirty="0"/>
                        <a:t> 및 이수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저서 등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공공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〮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민간 전문면접관 교육과정 수료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한국산업인력공단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채용면접전문가 </a:t>
                      </a:r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자격과정한국전문면접평가인증원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신중년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전직전문가 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급 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커리어컨설팅</a:t>
                      </a:r>
                      <a:r>
                        <a:rPr lang="en-US" altLang="ko-KR" sz="11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기     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NYSE General Securities Representative Examination – Series 7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합격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(FINRA/‘05.06.21)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 정보통신산업진흥원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(NIPA)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이러닝품질인증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평가위원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한국산업인력공단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HRD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전문가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인력풀선정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(‘25.05)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/>
                </a:solidFill>
              </a:rPr>
              <a:t>면접관</a:t>
            </a:r>
            <a:r>
              <a:rPr lang="en-US" altLang="ko-KR" sz="2400" b="1" dirty="0">
                <a:solidFill>
                  <a:schemeClr val="accent1"/>
                </a:solidFill>
              </a:rPr>
              <a:t> 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14D17D-D8D9-9214-10CC-98F6E74F03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6"/>
          <a:stretch/>
        </p:blipFill>
        <p:spPr>
          <a:xfrm>
            <a:off x="241498" y="813650"/>
            <a:ext cx="1306432" cy="160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1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4555</TotalTime>
  <Words>397</Words>
  <Application>Microsoft Office PowerPoint</Application>
  <PresentationFormat>화면 슬라이드 쇼(4:3)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199</cp:revision>
  <cp:lastPrinted>2025-03-27T14:42:01Z</cp:lastPrinted>
  <dcterms:created xsi:type="dcterms:W3CDTF">2014-08-26T23:33:08Z</dcterms:created>
  <dcterms:modified xsi:type="dcterms:W3CDTF">2025-10-18T02:09:53Z</dcterms:modified>
</cp:coreProperties>
</file>