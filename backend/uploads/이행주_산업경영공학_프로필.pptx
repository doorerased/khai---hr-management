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7889A8-F99E-43A2-83C8-A2091B9651E6}" v="31" dt="2023-10-09T09:20:40.9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7" autoAdjust="0"/>
    <p:restoredTop sz="94660"/>
  </p:normalViewPr>
  <p:slideViewPr>
    <p:cSldViewPr>
      <p:cViewPr varScale="1">
        <p:scale>
          <a:sx n="70" d="100"/>
          <a:sy n="70" d="100"/>
        </p:scale>
        <p:origin x="173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 Kim" userId="e882167a5f75bece" providerId="LiveId" clId="{9A7889A8-F99E-43A2-83C8-A2091B9651E6}"/>
    <pc:docChg chg="modSld">
      <pc:chgData name="JH Kim" userId="e882167a5f75bece" providerId="LiveId" clId="{9A7889A8-F99E-43A2-83C8-A2091B9651E6}" dt="2023-10-09T09:20:58.943" v="535" actId="20577"/>
      <pc:docMkLst>
        <pc:docMk/>
      </pc:docMkLst>
      <pc:sldChg chg="modSp mod">
        <pc:chgData name="JH Kim" userId="e882167a5f75bece" providerId="LiveId" clId="{9A7889A8-F99E-43A2-83C8-A2091B9651E6}" dt="2023-10-09T09:20:58.943" v="535" actId="20577"/>
        <pc:sldMkLst>
          <pc:docMk/>
          <pc:sldMk cId="3202088032" sldId="258"/>
        </pc:sldMkLst>
        <pc:graphicFrameChg chg="mod modGraphic">
          <ac:chgData name="JH Kim" userId="e882167a5f75bece" providerId="LiveId" clId="{9A7889A8-F99E-43A2-83C8-A2091B9651E6}" dt="2023-10-09T09:20:58.943" v="535" actId="20577"/>
          <ac:graphicFrameMkLst>
            <pc:docMk/>
            <pc:sldMk cId="3202088032" sldId="258"/>
            <ac:graphicFrameMk id="5" creationId="{00000000-0000-0000-0000-000000000000}"/>
          </ac:graphicFrameMkLst>
        </pc:graphicFrameChg>
        <pc:graphicFrameChg chg="mod modGraphic">
          <ac:chgData name="JH Kim" userId="e882167a5f75bece" providerId="LiveId" clId="{9A7889A8-F99E-43A2-83C8-A2091B9651E6}" dt="2023-10-09T09:16:23.082" v="188" actId="20577"/>
          <ac:graphicFrameMkLst>
            <pc:docMk/>
            <pc:sldMk cId="3202088032" sldId="258"/>
            <ac:graphicFrameMk id="7" creationId="{00000000-0000-0000-0000-000000000000}"/>
          </ac:graphicFrameMkLst>
        </pc:graphicFrameChg>
        <pc:graphicFrameChg chg="mod modGraphic">
          <ac:chgData name="JH Kim" userId="e882167a5f75bece" providerId="LiveId" clId="{9A7889A8-F99E-43A2-83C8-A2091B9651E6}" dt="2023-10-09T09:19:53.050" v="508" actId="255"/>
          <ac:graphicFrameMkLst>
            <pc:docMk/>
            <pc:sldMk cId="3202088032" sldId="258"/>
            <ac:graphicFrameMk id="8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D1CAD-79E2-443A-890F-9D867EA80623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C56747-5DF3-49CF-A9E3-67898158F7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70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2EA09-EA89-4E79-8D3C-316B79FCE3DD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691997"/>
              </p:ext>
            </p:extLst>
          </p:nvPr>
        </p:nvGraphicFramePr>
        <p:xfrm>
          <a:off x="220132" y="404664"/>
          <a:ext cx="8781023" cy="18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729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209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사 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/>
                        <a:t>이행주</a:t>
                      </a:r>
                      <a:r>
                        <a:rPr lang="ko-KR" altLang="en-US" sz="110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1974. 02. 11.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6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부산대학교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경영학과 교수</a:t>
                      </a:r>
                      <a:r>
                        <a:rPr lang="en-US" altLang="ko-KR" sz="1100" baseline="0" dirty="0">
                          <a:latin typeface="+mn-lt"/>
                        </a:rPr>
                        <a:t>          010-6403-7042          haengjulee@pusan.ac.kr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10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경영과학</a:t>
                      </a:r>
                      <a:r>
                        <a:rPr lang="en-US" altLang="ko-KR" sz="1100" baseline="0" dirty="0">
                          <a:latin typeface="+mn-lt"/>
                        </a:rPr>
                        <a:t>, </a:t>
                      </a:r>
                      <a:r>
                        <a:rPr lang="ko-KR" altLang="en-US" sz="1100" baseline="0" dirty="0">
                          <a:latin typeface="+mn-lt"/>
                        </a:rPr>
                        <a:t>생산관리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6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lt"/>
                        </a:rPr>
                        <a:t>포항공과대학교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수</a:t>
                      </a:r>
                      <a:r>
                        <a:rPr lang="ko-KR" altLang="en-US" sz="1100" dirty="0">
                          <a:latin typeface="+mn-lt"/>
                        </a:rPr>
                        <a:t>학 학사</a:t>
                      </a:r>
                      <a:r>
                        <a:rPr lang="en-US" altLang="ko-KR" sz="1100" dirty="0">
                          <a:latin typeface="+mn-lt"/>
                        </a:rPr>
                        <a:t>,  </a:t>
                      </a:r>
                      <a:r>
                        <a:rPr lang="ko-KR" altLang="en-US" sz="1100" dirty="0">
                          <a:latin typeface="+mn-lt"/>
                        </a:rPr>
                        <a:t>포항공과대학교</a:t>
                      </a: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산업공학</a:t>
                      </a:r>
                      <a:r>
                        <a:rPr lang="ko-KR" altLang="en-US" sz="1100" dirty="0">
                          <a:latin typeface="+mn-lt"/>
                        </a:rPr>
                        <a:t> 석사</a:t>
                      </a:r>
                      <a:r>
                        <a:rPr lang="en-US" altLang="ko-KR" sz="1100" dirty="0">
                          <a:latin typeface="+mn-lt"/>
                        </a:rPr>
                        <a:t>, Columbia</a:t>
                      </a:r>
                      <a:r>
                        <a:rPr lang="ko-KR" altLang="en-US" sz="1100" dirty="0">
                          <a:latin typeface="+mn-lt"/>
                        </a:rPr>
                        <a:t>대학교</a:t>
                      </a: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경영과학</a:t>
                      </a:r>
                      <a:r>
                        <a:rPr lang="ko-KR" altLang="en-US" sz="1100" dirty="0">
                          <a:latin typeface="+mn-lt"/>
                        </a:rPr>
                        <a:t> 박사</a:t>
                      </a: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ko-KR" altLang="en-US" sz="1100" dirty="0">
                          <a:latin typeface="+mn-lt"/>
                        </a:rPr>
                        <a:t>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15982"/>
              </p:ext>
            </p:extLst>
          </p:nvPr>
        </p:nvGraphicFramePr>
        <p:xfrm>
          <a:off x="241011" y="2297267"/>
          <a:ext cx="8760145" cy="2039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189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경력사항 및 수행실적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3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부산</a:t>
                      </a:r>
                      <a:r>
                        <a:rPr lang="ko-KR" altLang="en-US" sz="1100" baseline="0" dirty="0">
                          <a:latin typeface="+mn-lt"/>
                        </a:rPr>
                        <a:t>대학교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경영학과 교수</a:t>
                      </a:r>
                      <a:r>
                        <a:rPr lang="en-US" altLang="ko-KR" sz="1100" baseline="0" dirty="0">
                          <a:latin typeface="+mn-lt"/>
                        </a:rPr>
                        <a:t> (2017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~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한국경영과학회 정회원 </a:t>
                      </a:r>
                      <a:r>
                        <a:rPr lang="en-US" altLang="ko-KR" sz="1100" baseline="0" dirty="0">
                          <a:latin typeface="+mn-lt"/>
                        </a:rPr>
                        <a:t>(2017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~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디지스트</a:t>
                      </a:r>
                      <a:r>
                        <a:rPr lang="en-US" altLang="ko-KR" sz="1100" baseline="0" dirty="0">
                          <a:latin typeface="+mn-lt"/>
                        </a:rPr>
                        <a:t>  CPS </a:t>
                      </a:r>
                      <a:r>
                        <a:rPr lang="ko-KR" altLang="en-US" sz="1100" baseline="0" dirty="0">
                          <a:latin typeface="+mn-lt"/>
                        </a:rPr>
                        <a:t>연구소 연구교수 </a:t>
                      </a:r>
                      <a:r>
                        <a:rPr lang="en-US" altLang="ko-KR" sz="1100" baseline="0" dirty="0">
                          <a:latin typeface="+mn-lt"/>
                        </a:rPr>
                        <a:t>(2014</a:t>
                      </a:r>
                      <a:r>
                        <a:rPr lang="ko-KR" altLang="en-US" sz="1100" baseline="0" dirty="0">
                          <a:latin typeface="+mn-lt"/>
                        </a:rPr>
                        <a:t>년 </a:t>
                      </a:r>
                      <a:r>
                        <a:rPr lang="en-US" altLang="ko-KR" sz="1100" baseline="0" dirty="0">
                          <a:latin typeface="+mn-lt"/>
                        </a:rPr>
                        <a:t>~ 2017</a:t>
                      </a:r>
                      <a:r>
                        <a:rPr lang="ko-KR" altLang="en-US" sz="1100" baseline="0" dirty="0">
                          <a:latin typeface="+mn-lt"/>
                        </a:rPr>
                        <a:t>년</a:t>
                      </a:r>
                      <a:r>
                        <a:rPr lang="en-US" altLang="ko-KR" sz="1100" baseline="0" dirty="0">
                          <a:latin typeface="+mn-lt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Webster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연구소 연구원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(2009</a:t>
                      </a:r>
                      <a:r>
                        <a:rPr lang="ko-KR" altLang="en-US" sz="1100" baseline="0" dirty="0">
                          <a:latin typeface="+mn-lt"/>
                        </a:rPr>
                        <a:t>년 </a:t>
                      </a:r>
                      <a:r>
                        <a:rPr lang="en-US" altLang="ko-KR" sz="1100" baseline="0" dirty="0">
                          <a:latin typeface="+mn-lt"/>
                        </a:rPr>
                        <a:t>~ 2014</a:t>
                      </a:r>
                      <a:r>
                        <a:rPr lang="ko-KR" altLang="en-US" sz="1100" baseline="0" dirty="0">
                          <a:latin typeface="+mn-lt"/>
                        </a:rPr>
                        <a:t>년</a:t>
                      </a:r>
                      <a:r>
                        <a:rPr lang="en-US" altLang="ko-KR" sz="1100" baseline="0" dirty="0">
                          <a:latin typeface="+mn-lt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SHOP.COM operations research specialist (2005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~2008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2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심사 및 평가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수행 실적</a:t>
                      </a:r>
                      <a:endParaRPr lang="en-US" altLang="ko-KR" sz="1200" b="1" dirty="0"/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dirty="0">
                          <a:latin typeface="+mn-lt"/>
                        </a:rPr>
                        <a:t>서류 평가 </a:t>
                      </a:r>
                      <a:r>
                        <a:rPr lang="en-US" altLang="ko-KR" sz="1100" b="0" dirty="0">
                          <a:latin typeface="+mn-lt"/>
                        </a:rPr>
                        <a:t>: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한국수자원공단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dirty="0">
                          <a:latin typeface="+mn-lt"/>
                        </a:rPr>
                        <a:t>면접 평가 </a:t>
                      </a:r>
                      <a:r>
                        <a:rPr lang="en-US" altLang="ko-KR" sz="1100" b="0" dirty="0">
                          <a:latin typeface="+mn-lt"/>
                        </a:rPr>
                        <a:t>: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근로복지공단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국토안전관리원</a:t>
                      </a:r>
                      <a:endParaRPr lang="en-US" altLang="ko-KR" sz="11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981559"/>
              </p:ext>
            </p:extLst>
          </p:nvPr>
        </p:nvGraphicFramePr>
        <p:xfrm>
          <a:off x="220132" y="4396556"/>
          <a:ext cx="8752578" cy="2217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3404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논문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7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논문</a:t>
                      </a:r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수상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부산대학교 윤인구 신진연구자상</a:t>
                      </a:r>
                      <a:r>
                        <a:rPr lang="en-US" altLang="ko-KR" sz="11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2021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년도</a:t>
                      </a: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750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논문</a:t>
                      </a:r>
                      <a:r>
                        <a:rPr lang="en-US" altLang="ko-KR" sz="1100" dirty="0"/>
                        <a:t>) Callable products for an implicit time model with dependent demands, Naval Research Logistics, 2023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논문</a:t>
                      </a:r>
                      <a:r>
                        <a:rPr lang="en-US" altLang="ko-KR" sz="1100" dirty="0"/>
                        <a:t>) Advertisement</a:t>
                      </a:r>
                      <a:r>
                        <a:rPr lang="en-US" altLang="ko-KR" sz="1100" baseline="0" dirty="0"/>
                        <a:t> revenue and exposure optimization for digital screens in subway networks using smart card data, IEEE Transactions on ITS, 2022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100" baseline="0" dirty="0"/>
                        <a:t>(</a:t>
                      </a:r>
                      <a:r>
                        <a:rPr lang="ko-KR" altLang="en-US" sz="1100" baseline="0" dirty="0"/>
                        <a:t>논문</a:t>
                      </a:r>
                      <a:r>
                        <a:rPr lang="en-US" altLang="ko-KR" sz="1100" baseline="0" dirty="0"/>
                        <a:t>) Callable products with dependent demands, Naval Research Logistics, 2020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100" baseline="0" dirty="0"/>
                        <a:t>(</a:t>
                      </a:r>
                      <a:r>
                        <a:rPr lang="ko-KR" altLang="en-US" sz="1100" baseline="0" dirty="0"/>
                        <a:t>논문</a:t>
                      </a:r>
                      <a:r>
                        <a:rPr lang="en-US" altLang="ko-KR" sz="1100" baseline="0" dirty="0"/>
                        <a:t>) Discovering heterogeneous consumer groups from sales transaction data, European Journal of Operational Research</a:t>
                      </a:r>
                      <a:r>
                        <a:rPr lang="en-US" altLang="ko-KR" sz="1100" baseline="0"/>
                        <a:t>, 2020</a:t>
                      </a:r>
                      <a:endParaRPr lang="en-US" altLang="ko-KR" sz="1100" baseline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5"/>
            <a:ext cx="2880320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 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rcRect b="4960"/>
          <a:stretch>
            <a:fillRect/>
          </a:stretch>
        </p:blipFill>
        <p:spPr>
          <a:xfrm>
            <a:off x="241011" y="776892"/>
            <a:ext cx="1306652" cy="146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8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238</Words>
  <Application>Microsoft Office PowerPoint</Application>
  <PresentationFormat>화면 슬라이드 쇼(4:3)</PresentationFormat>
  <Paragraphs>36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작성법</dc:title>
  <dc:creator>LG</dc:creator>
  <cp:lastModifiedBy>SuKyung Jung</cp:lastModifiedBy>
  <cp:revision>86</cp:revision>
  <dcterms:created xsi:type="dcterms:W3CDTF">2020-11-22T09:49:43Z</dcterms:created>
  <dcterms:modified xsi:type="dcterms:W3CDTF">2025-05-26T11:12:20Z</dcterms:modified>
</cp:coreProperties>
</file>