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889A8-F99E-43A2-83C8-A2091B9651E6}" v="31" dt="2023-10-09T09:20:40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7" autoAdjust="0"/>
    <p:restoredTop sz="94660"/>
  </p:normalViewPr>
  <p:slideViewPr>
    <p:cSldViewPr>
      <p:cViewPr varScale="1">
        <p:scale>
          <a:sx n="70" d="100"/>
          <a:sy n="70" d="100"/>
        </p:scale>
        <p:origin x="3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 Kim" userId="e882167a5f75bece" providerId="LiveId" clId="{9A7889A8-F99E-43A2-83C8-A2091B9651E6}"/>
    <pc:docChg chg="modSld">
      <pc:chgData name="JH Kim" userId="e882167a5f75bece" providerId="LiveId" clId="{9A7889A8-F99E-43A2-83C8-A2091B9651E6}" dt="2023-10-09T09:20:58.943" v="535" actId="20577"/>
      <pc:docMkLst>
        <pc:docMk/>
      </pc:docMkLst>
      <pc:sldChg chg="modSp mod">
        <pc:chgData name="JH Kim" userId="e882167a5f75bece" providerId="LiveId" clId="{9A7889A8-F99E-43A2-83C8-A2091B9651E6}" dt="2023-10-09T09:20:58.943" v="535" actId="20577"/>
        <pc:sldMkLst>
          <pc:docMk/>
          <pc:sldMk cId="3202088032" sldId="258"/>
        </pc:sldMkLst>
        <pc:graphicFrameChg chg="mod modGraphic">
          <ac:chgData name="JH Kim" userId="e882167a5f75bece" providerId="LiveId" clId="{9A7889A8-F99E-43A2-83C8-A2091B9651E6}" dt="2023-10-09T09:20:58.943" v="535" actId="20577"/>
          <ac:graphicFrameMkLst>
            <pc:docMk/>
            <pc:sldMk cId="3202088032" sldId="258"/>
            <ac:graphicFrameMk id="5" creationId="{00000000-0000-0000-0000-000000000000}"/>
          </ac:graphicFrameMkLst>
        </pc:graphicFrameChg>
        <pc:graphicFrameChg chg="mod modGraphic">
          <ac:chgData name="JH Kim" userId="e882167a5f75bece" providerId="LiveId" clId="{9A7889A8-F99E-43A2-83C8-A2091B9651E6}" dt="2023-10-09T09:16:23.082" v="188" actId="20577"/>
          <ac:graphicFrameMkLst>
            <pc:docMk/>
            <pc:sldMk cId="3202088032" sldId="258"/>
            <ac:graphicFrameMk id="7" creationId="{00000000-0000-0000-0000-000000000000}"/>
          </ac:graphicFrameMkLst>
        </pc:graphicFrameChg>
        <pc:graphicFrameChg chg="mod modGraphic">
          <ac:chgData name="JH Kim" userId="e882167a5f75bece" providerId="LiveId" clId="{9A7889A8-F99E-43A2-83C8-A2091B9651E6}" dt="2023-10-09T09:19:53.050" v="508" actId="255"/>
          <ac:graphicFrameMkLst>
            <pc:docMk/>
            <pc:sldMk cId="3202088032" sldId="258"/>
            <ac:graphicFrameMk id="8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D1CAD-79E2-443A-890F-9D867EA80623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56747-5DF3-49CF-A9E3-67898158F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7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2EA09-EA89-4E79-8D3C-316B79FCE3DD}" type="datetimeFigureOut">
              <a:rPr lang="ko-KR" altLang="en-US" smtClean="0"/>
              <a:pPr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bhong07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549865"/>
              </p:ext>
            </p:extLst>
          </p:nvPr>
        </p:nvGraphicFramePr>
        <p:xfrm>
          <a:off x="220132" y="404664"/>
          <a:ext cx="8781023" cy="18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72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209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홍 재범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1963.04.18.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부경대학교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경영학과 교수</a:t>
                      </a:r>
                      <a:r>
                        <a:rPr lang="en-US" altLang="ko-KR" sz="1100" baseline="0" dirty="0">
                          <a:latin typeface="+mn-lt"/>
                        </a:rPr>
                        <a:t>          010-8730-0148          </a:t>
                      </a:r>
                      <a:r>
                        <a:rPr lang="en-US" altLang="ko-KR" sz="1100" baseline="0" dirty="0">
                          <a:latin typeface="+mn-lt"/>
                          <a:hlinkClick r:id="rId3"/>
                        </a:rPr>
                        <a:t>jbhong07@gmail.com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10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경영전략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기술경영</a:t>
                      </a:r>
                      <a:r>
                        <a:rPr lang="en-US" altLang="ko-KR" sz="1100" baseline="0" dirty="0">
                          <a:latin typeface="+mn-lt"/>
                        </a:rPr>
                        <a:t>, ESG 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고려대학교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경영학</a:t>
                      </a:r>
                      <a:r>
                        <a:rPr lang="ko-KR" altLang="en-US" sz="1100" dirty="0">
                          <a:latin typeface="+mn-lt"/>
                        </a:rPr>
                        <a:t> 학사</a:t>
                      </a:r>
                      <a:r>
                        <a:rPr lang="en-US" altLang="ko-KR" sz="1100" dirty="0">
                          <a:latin typeface="+mn-lt"/>
                        </a:rPr>
                        <a:t>,  </a:t>
                      </a:r>
                      <a:r>
                        <a:rPr lang="ko-KR" altLang="en-US" sz="1100" dirty="0">
                          <a:latin typeface="+mn-lt"/>
                        </a:rPr>
                        <a:t>석사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 박사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03086"/>
              </p:ext>
            </p:extLst>
          </p:nvPr>
        </p:nvGraphicFramePr>
        <p:xfrm>
          <a:off x="241011" y="2297266"/>
          <a:ext cx="8760145" cy="2931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771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6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부경대학교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경영학부 교수</a:t>
                      </a:r>
                      <a:r>
                        <a:rPr lang="en-US" altLang="ko-KR" sz="1100" baseline="0" dirty="0">
                          <a:latin typeface="+mn-lt"/>
                        </a:rPr>
                        <a:t> (2003.03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부경대학교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경영대학 학장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(2020.03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~20220.2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한국경제연구원 전문위원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(2001.03</a:t>
                      </a:r>
                      <a:r>
                        <a:rPr lang="ko-KR" altLang="en-US" sz="1100" baseline="0" dirty="0">
                          <a:latin typeface="+mn-lt"/>
                        </a:rPr>
                        <a:t>년 </a:t>
                      </a:r>
                      <a:r>
                        <a:rPr lang="en-US" altLang="ko-KR" sz="1100" baseline="0" dirty="0">
                          <a:latin typeface="+mn-lt"/>
                        </a:rPr>
                        <a:t>~2003.02</a:t>
                      </a:r>
                      <a:r>
                        <a:rPr lang="ko-KR" altLang="en-US" sz="1100" baseline="0" dirty="0">
                          <a:latin typeface="+mn-lt"/>
                        </a:rPr>
                        <a:t>년</a:t>
                      </a:r>
                      <a:r>
                        <a:rPr lang="en-US" altLang="ko-KR" sz="1100" baseline="0" dirty="0">
                          <a:latin typeface="+mn-lt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en-US" altLang="ko-KR" sz="1100" dirty="0"/>
                        <a:t>Sol C. Snider Entrepreneurial Research Center, Wharton School </a:t>
                      </a:r>
                      <a:r>
                        <a:rPr lang="ko-KR" altLang="en-US" sz="1100" dirty="0"/>
                        <a:t>객원연구원</a:t>
                      </a:r>
                      <a:r>
                        <a:rPr lang="en-US" altLang="ko-KR" sz="1100" baseline="0" dirty="0">
                          <a:latin typeface="+mn-lt"/>
                        </a:rPr>
                        <a:t>(2001.03</a:t>
                      </a:r>
                      <a:r>
                        <a:rPr lang="ko-KR" altLang="en-US" sz="1100" baseline="0" dirty="0">
                          <a:latin typeface="+mn-lt"/>
                        </a:rPr>
                        <a:t>년 </a:t>
                      </a:r>
                      <a:r>
                        <a:rPr lang="en-US" altLang="ko-KR" sz="1100" baseline="0" dirty="0">
                          <a:latin typeface="+mn-lt"/>
                        </a:rPr>
                        <a:t>~2003.02</a:t>
                      </a:r>
                      <a:r>
                        <a:rPr lang="ko-KR" altLang="en-US" sz="1100" baseline="0" dirty="0">
                          <a:latin typeface="+mn-lt"/>
                        </a:rPr>
                        <a:t>년</a:t>
                      </a:r>
                      <a:r>
                        <a:rPr lang="en-US" altLang="ko-KR" sz="1100" baseline="0" dirty="0">
                          <a:latin typeface="+mn-lt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100" dirty="0"/>
                        <a:t>한국신용평가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한신평정보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(1990.01</a:t>
                      </a:r>
                      <a:r>
                        <a:rPr lang="ko-KR" altLang="en-US" sz="1100" baseline="0" dirty="0">
                          <a:latin typeface="+mn-lt"/>
                        </a:rPr>
                        <a:t>년 </a:t>
                      </a:r>
                      <a:r>
                        <a:rPr lang="en-US" altLang="ko-KR" sz="1100" baseline="0" dirty="0">
                          <a:latin typeface="+mn-lt"/>
                        </a:rPr>
                        <a:t>~1999.08</a:t>
                      </a:r>
                      <a:r>
                        <a:rPr lang="ko-KR" altLang="en-US" sz="1100" baseline="0" dirty="0">
                          <a:latin typeface="+mn-lt"/>
                        </a:rPr>
                        <a:t>년</a:t>
                      </a:r>
                      <a:r>
                        <a:rPr lang="en-US" altLang="ko-KR" sz="1100" baseline="0" dirty="0">
                          <a:latin typeface="+mn-lt"/>
                        </a:rPr>
                        <a:t>)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67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심사 및 평가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수행 실적</a:t>
                      </a:r>
                      <a:endParaRPr lang="en-US" altLang="ko-KR" sz="1200" b="1" dirty="0"/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latin typeface="+mn-lt"/>
                        </a:rPr>
                        <a:t>면접 평가 </a:t>
                      </a:r>
                      <a:r>
                        <a:rPr lang="en-US" altLang="ko-KR" sz="1100" b="0" dirty="0">
                          <a:latin typeface="+mn-lt"/>
                        </a:rPr>
                        <a:t>: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기술보증기금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자산관리공사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울산교육청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</a:t>
                      </a:r>
                      <a:endParaRPr lang="en-US" altLang="ko-KR" sz="1100" b="0" dirty="0">
                        <a:latin typeface="+mn-lt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+mn-lt"/>
                        </a:rPr>
                        <a:t>서류 평가 </a:t>
                      </a:r>
                      <a:r>
                        <a:rPr lang="en-US" altLang="ko-KR" sz="1100" b="0" dirty="0">
                          <a:latin typeface="+mn-lt"/>
                        </a:rPr>
                        <a:t>:  </a:t>
                      </a:r>
                      <a:r>
                        <a:rPr lang="ko-KR" altLang="en-US" sz="1100" b="0" dirty="0">
                          <a:latin typeface="+mn-lt"/>
                        </a:rPr>
                        <a:t>기술보증기금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자산관리공사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중소기업기술정보진흥원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산업기술평가원</a:t>
                      </a:r>
                      <a:r>
                        <a:rPr lang="en-US" altLang="ko-KR" sz="1100" b="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="0" baseline="0" dirty="0">
                          <a:latin typeface="+mn-lt"/>
                        </a:rPr>
                        <a:t>등</a:t>
                      </a:r>
                      <a:r>
                        <a:rPr lang="en-US" altLang="ko-KR" sz="1100" b="0" dirty="0">
                          <a:latin typeface="+mn-lt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정부과제 심사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: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dirty="0">
                          <a:latin typeface="+mn-lt"/>
                        </a:rPr>
                        <a:t>기술보증기금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자산관리공사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중소기업기술정보진흥원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산업기술평가원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중소기업융합중앙회</a:t>
                      </a:r>
                      <a:r>
                        <a:rPr lang="en-US" altLang="ko-KR" sz="1100" b="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="0" baseline="0" dirty="0">
                          <a:latin typeface="+mn-lt"/>
                        </a:rPr>
                        <a:t>등</a:t>
                      </a:r>
                      <a:r>
                        <a:rPr lang="en-US" altLang="ko-KR" sz="1100" b="0" dirty="0">
                          <a:latin typeface="+mn-lt"/>
                        </a:rPr>
                        <a:t>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외부평가 활동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100" b="0" dirty="0">
                          <a:latin typeface="+mn-lt"/>
                        </a:rPr>
                        <a:t>기술보증기금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자산관리공사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중소기업기술정보진흥원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산업기술평가원</a:t>
                      </a:r>
                      <a:r>
                        <a:rPr lang="en-US" altLang="ko-KR" sz="1100" b="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="0" baseline="0" dirty="0">
                          <a:latin typeface="+mn-lt"/>
                        </a:rPr>
                        <a:t>등</a:t>
                      </a:r>
                      <a:r>
                        <a:rPr lang="en-US" altLang="ko-KR" sz="1100" b="0" dirty="0">
                          <a:latin typeface="+mn-lt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746102"/>
              </p:ext>
            </p:extLst>
          </p:nvPr>
        </p:nvGraphicFramePr>
        <p:xfrm>
          <a:off x="248578" y="5289376"/>
          <a:ext cx="8752578" cy="1491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15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100" dirty="0"/>
                        <a:t>’15</a:t>
                      </a:r>
                      <a:r>
                        <a:rPr lang="ko-KR" altLang="en-US" sz="1100" dirty="0"/>
                        <a:t>년 중소기업융합대전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대통령 표창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100" dirty="0"/>
                        <a:t>’23</a:t>
                      </a:r>
                      <a:r>
                        <a:rPr lang="ko-KR" altLang="en-US" sz="1100" dirty="0"/>
                        <a:t>년 혀신네트워크포럼</a:t>
                      </a:r>
                      <a:r>
                        <a:rPr lang="en-US" altLang="ko-KR" sz="1100" dirty="0"/>
                        <a:t>,</a:t>
                      </a:r>
                      <a:r>
                        <a:rPr lang="en-US" altLang="ko-KR" sz="1100" baseline="0" dirty="0"/>
                        <a:t> </a:t>
                      </a:r>
                      <a:r>
                        <a:rPr lang="ko-KR" altLang="en-US" sz="1100" baseline="0" dirty="0" err="1"/>
                        <a:t>중소벤치기업부</a:t>
                      </a:r>
                      <a:r>
                        <a:rPr lang="ko-KR" altLang="en-US" sz="1100" baseline="0" dirty="0"/>
                        <a:t> </a:t>
                      </a:r>
                      <a:r>
                        <a:rPr lang="ko-KR" altLang="en-US" sz="1100" baseline="0" dirty="0" err="1"/>
                        <a:t>장관상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100" baseline="0" dirty="0"/>
                        <a:t>학술논문 </a:t>
                      </a:r>
                      <a:r>
                        <a:rPr lang="en-US" altLang="ko-KR" sz="1100" baseline="0" dirty="0"/>
                        <a:t>60</a:t>
                      </a:r>
                      <a:r>
                        <a:rPr lang="ko-KR" altLang="en-US" sz="1100" baseline="0" dirty="0" err="1"/>
                        <a:t>여편</a:t>
                      </a:r>
                      <a:endParaRPr lang="en-US" altLang="ko-KR" sz="110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“The Evolution and Restructuring of Diversified Business Groups in Emerging Markets : The Lessons from Chaebol in Korea," Asia Pacific Journal of Management, (March 2004)</a:t>
                      </a:r>
                      <a:endParaRPr lang="en-US" altLang="ko-KR" sz="1000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2880320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34B5BF-E614-600C-DBFB-706FD5450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32" y="775590"/>
            <a:ext cx="1310754" cy="15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229</Words>
  <Application>Microsoft Office PowerPoint</Application>
  <PresentationFormat>화면 슬라이드 쇼(4:3)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작성법</dc:title>
  <dc:creator>LG</dc:creator>
  <cp:lastModifiedBy>SuKyung Jung</cp:lastModifiedBy>
  <cp:revision>78</cp:revision>
  <dcterms:created xsi:type="dcterms:W3CDTF">2020-11-22T09:49:43Z</dcterms:created>
  <dcterms:modified xsi:type="dcterms:W3CDTF">2026-03-06T01:10:00Z</dcterms:modified>
</cp:coreProperties>
</file>