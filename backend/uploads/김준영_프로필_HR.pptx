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76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2025-09-22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688119"/>
              </p:ext>
            </p:extLst>
          </p:nvPr>
        </p:nvGraphicFramePr>
        <p:xfrm>
          <a:off x="220132" y="332656"/>
          <a:ext cx="8781023" cy="1788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370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121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  <a:endParaRPr lang="en-US" altLang="ko-KR" sz="1100" dirty="0"/>
                    </a:p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김 준 영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1984</a:t>
                      </a:r>
                      <a:r>
                        <a:rPr lang="ko-KR" altLang="en-US" sz="1100" dirty="0"/>
                        <a:t>년 </a:t>
                      </a:r>
                      <a:r>
                        <a:rPr lang="en-US" altLang="ko-KR" sz="1100" dirty="0"/>
                        <a:t>4</a:t>
                      </a:r>
                      <a:r>
                        <a:rPr lang="ko-KR" altLang="en-US" sz="1100" dirty="0"/>
                        <a:t>월 </a:t>
                      </a:r>
                      <a:r>
                        <a:rPr lang="en-US" altLang="ko-KR" sz="1100" dirty="0"/>
                        <a:t>21</a:t>
                      </a:r>
                      <a:r>
                        <a:rPr lang="ko-KR" altLang="en-US" sz="11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74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㈜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소프트먼트</a:t>
                      </a:r>
                      <a:r>
                        <a:rPr lang="ko-KR" altLang="en-US" sz="1100" baseline="0" dirty="0">
                          <a:latin typeface="+mn-lt"/>
                        </a:rPr>
                        <a:t> 경영기획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>
                          <a:latin typeface="+mn-lt"/>
                        </a:rPr>
                        <a:t>및 지원부문 상무이사 </a:t>
                      </a:r>
                      <a:r>
                        <a:rPr lang="en-US" altLang="ko-KR" sz="1100" baseline="0">
                          <a:latin typeface="+mn-lt"/>
                        </a:rPr>
                        <a:t>010-5022-5667          </a:t>
                      </a:r>
                      <a:r>
                        <a:rPr lang="en-US" altLang="ko-KR" sz="1100" baseline="0" dirty="0">
                          <a:latin typeface="+mn-lt"/>
                        </a:rPr>
                        <a:t>jjundy@naver.com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lt"/>
                        </a:rPr>
                        <a:t>인사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경영일반</a:t>
                      </a:r>
                      <a:r>
                        <a:rPr lang="en-US" altLang="ko-KR" sz="1100" dirty="0">
                          <a:latin typeface="+mn-lt"/>
                        </a:rPr>
                        <a:t>, IT, </a:t>
                      </a:r>
                      <a:r>
                        <a:rPr lang="ko-KR" altLang="en-US" sz="1100" dirty="0">
                          <a:latin typeface="+mn-lt"/>
                        </a:rPr>
                        <a:t>스타트업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42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세종대학교 일반대학원 호텔관광경영학과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박사</a:t>
                      </a:r>
                      <a:r>
                        <a:rPr lang="en-US" altLang="ko-KR" sz="1100" dirty="0">
                          <a:latin typeface="+mn-lt"/>
                        </a:rPr>
                        <a:t>(HRM </a:t>
                      </a:r>
                      <a:r>
                        <a:rPr lang="ko-KR" altLang="en-US" sz="1100" dirty="0">
                          <a:latin typeface="+mn-lt"/>
                        </a:rPr>
                        <a:t>전공</a:t>
                      </a:r>
                      <a:r>
                        <a:rPr lang="en-US" altLang="ko-KR" sz="1100" dirty="0">
                          <a:latin typeface="+mn-lt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세종대학교 일반대학원 호텔관광경영학과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석사</a:t>
                      </a:r>
                      <a:r>
                        <a:rPr lang="en-US" altLang="ko-KR" sz="1100" dirty="0">
                          <a:latin typeface="+mn-lt"/>
                        </a:rPr>
                        <a:t>(HRM </a:t>
                      </a:r>
                      <a:r>
                        <a:rPr lang="ko-KR" altLang="en-US" sz="1100" dirty="0">
                          <a:latin typeface="+mn-lt"/>
                        </a:rPr>
                        <a:t>전공</a:t>
                      </a:r>
                      <a:r>
                        <a:rPr lang="en-US" altLang="ko-KR" sz="1100" dirty="0">
                          <a:latin typeface="+mn-lt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배재대학교 관광호텔경영학과 경영학 학사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32547"/>
              </p:ext>
            </p:extLst>
          </p:nvPr>
        </p:nvGraphicFramePr>
        <p:xfrm>
          <a:off x="220132" y="2193458"/>
          <a:ext cx="8760145" cy="2603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568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2416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lang="ko-KR" altLang="en-US" sz="1100" baseline="0" dirty="0">
                          <a:latin typeface="+mn-lt"/>
                        </a:rPr>
                        <a:t>㈜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소프트먼트</a:t>
                      </a:r>
                      <a:r>
                        <a:rPr lang="ko-KR" altLang="en-US" sz="1100" baseline="0" dirty="0">
                          <a:latin typeface="+mn-lt"/>
                        </a:rPr>
                        <a:t> 경영기획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및 지원부문 상무이사</a:t>
                      </a:r>
                      <a:r>
                        <a:rPr lang="en-US" altLang="ko-KR" sz="1100" baseline="0" dirty="0">
                          <a:latin typeface="+mn-lt"/>
                        </a:rPr>
                        <a:t>(CFO, CSO)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/</a:t>
                      </a:r>
                      <a:r>
                        <a:rPr lang="ko-KR" altLang="en-US" sz="1100" baseline="0" dirty="0">
                          <a:latin typeface="+mn-lt"/>
                        </a:rPr>
                        <a:t> 채용 및 인사관리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2021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㈜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알파랩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/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수석연구원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/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채용 및 경영지원 총괄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(2019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06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2021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㈜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한무컨벤션주식회사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구매팀 과장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구매관리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사내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TF(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업무효율화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교육강사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(2015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12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2019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06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㈜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제너시스그룹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 OSM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팀 주임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직영점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kumimoji="0" lang="ko-KR" altLang="en-US" sz="10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점장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직원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채용 및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직무별 교육훈련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2015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육군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8205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부대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본부포대장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중위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부대관리 총괄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교육훈련 설계 및 운영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2007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2009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06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71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0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dirty="0">
                          <a:latin typeface="+mn-lt"/>
                        </a:rPr>
                        <a:t>한국가스안전공사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인천항만공사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한국장학재단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한국관광공사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세종창조경제혁신센터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KINTEX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 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면접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1100" b="0" dirty="0" err="1">
                          <a:latin typeface="+mn-ea"/>
                          <a:ea typeface="+mn-ea"/>
                        </a:rPr>
                        <a:t>그랜드레저코리아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한국관광공사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세종창조경제혁신센터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서울시 관광산업팀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KINTEX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 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 및 평가활동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: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경남관광재단 외부평가위원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한국관광연구학회 이사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심사위원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서울시 관광산업활성화 특별위원회 부위원장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중기부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신사업사관학교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심사위원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한국관광공사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두레사업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’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평가위원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한국외식음료협회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컨티발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및 와인 관리사 심사위원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JDC(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제주국제자유도시개발센터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GDSC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 평가자문 등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endParaRPr lang="en-US" altLang="ko-KR" sz="11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944916"/>
              </p:ext>
            </p:extLst>
          </p:nvPr>
        </p:nvGraphicFramePr>
        <p:xfrm>
          <a:off x="248577" y="4869160"/>
          <a:ext cx="8752578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18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59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중등학교 정교사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관광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교육인적자원부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커피조리사 교육자 자격증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커피조리사 심사위원 자격증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한국평생능력개발원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와인관리사 심사위원 자격증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와인관리사 교육자 자격증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한국평생능력개발원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543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논문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호텔 직원이 지각하는 </a:t>
                      </a:r>
                      <a:r>
                        <a:rPr lang="ko-KR" altLang="en-US" sz="110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임파워링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리더십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직업소명의식 및 직무성과의 구조적 관계 연구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성별의 조절효과를 중심으로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관광레저연구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2021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논문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믹솔로지스트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핵심역량의 상대적 중요도와 우선순위 연구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관광레저연구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2018</a:t>
                      </a:r>
                      <a:endParaRPr lang="ko-KR" altLang="en-US" sz="11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논문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직무탈진과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직무열의의 직무요구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자원모델에서 직무자원활용성의 조절효과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관광레저연구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2016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논문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호텔기업의 서비스혁신 성공요인이 직무몰입 및 서비스 제공 행동에 미치는 영향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관광연구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2013</a:t>
                      </a:r>
                      <a:endParaRPr lang="ko-KR" altLang="en-US" sz="11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(</a:t>
            </a: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김준영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그림 3" descr="인간의 얼굴, 안경, 사람, 넥타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3DC0F6-F7BB-E00F-BB8F-1E49AB97BB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27" y="681267"/>
            <a:ext cx="1336037" cy="144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397</Words>
  <Application>Microsoft Office PowerPoint</Application>
  <PresentationFormat>화면 슬라이드 쇼(4:3)</PresentationFormat>
  <Paragraphs>40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(김준영)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123</cp:revision>
  <dcterms:created xsi:type="dcterms:W3CDTF">2014-08-26T23:33:08Z</dcterms:created>
  <dcterms:modified xsi:type="dcterms:W3CDTF">2025-09-22T08:03:38Z</dcterms:modified>
  <cp:version/>
</cp:coreProperties>
</file>