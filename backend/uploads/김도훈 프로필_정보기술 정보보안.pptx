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D707D3F7-12E9-4BF5-97AD-39B692A01FAF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134C32D-3D74-4154-BD32-A5A179BC93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0180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32D-3D74-4154-BD32-A5A179BC93A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68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445890"/>
              </p:ext>
            </p:extLst>
          </p:nvPr>
        </p:nvGraphicFramePr>
        <p:xfrm>
          <a:off x="212565" y="446711"/>
          <a:ext cx="8781023" cy="1694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101">
                <a:tc gridSpan="5">
                  <a:txBody>
                    <a:bodyPr/>
                    <a:lstStyle/>
                    <a:p>
                      <a:pPr marL="285750" lvl="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400" dirty="0"/>
                        <a:t>기본 </a:t>
                      </a:r>
                      <a:r>
                        <a:rPr lang="ko-KR" altLang="en-US" sz="1400" dirty="0" err="1"/>
                        <a:t>인적사항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63">
                <a:tc row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en-US" altLang="ko-KR" dirty="0"/>
                    </a:p>
                    <a:p>
                      <a:pPr lvl="0" algn="ctr" latinLnBrk="1">
                        <a:defRPr/>
                      </a:pPr>
                      <a:endParaRPr lang="en-US" altLang="ko-KR" dirty="0"/>
                    </a:p>
                    <a:p>
                      <a:pPr lvl="0" algn="ctr"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 dirty="0"/>
                        <a:t>김 도 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1200" dirty="0"/>
                        <a:t>1978</a:t>
                      </a:r>
                      <a:r>
                        <a:rPr lang="ko-KR" altLang="en-US" sz="1200" dirty="0"/>
                        <a:t>년</a:t>
                      </a:r>
                      <a:r>
                        <a:rPr lang="en-US" altLang="ko-KR" sz="1200" dirty="0"/>
                        <a:t>09</a:t>
                      </a:r>
                      <a:r>
                        <a:rPr lang="ko-KR" altLang="en-US" sz="1200" dirty="0"/>
                        <a:t>월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063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200" baseline="0" dirty="0"/>
                        <a:t>경기대학교 </a:t>
                      </a:r>
                      <a:r>
                        <a:rPr lang="en-US" altLang="ko-KR" sz="1200" baseline="0" dirty="0"/>
                        <a:t>AI</a:t>
                      </a:r>
                      <a:r>
                        <a:rPr lang="ko-KR" altLang="en-US" sz="1200" baseline="0" dirty="0"/>
                        <a:t>컴퓨터공학부 교수 </a:t>
                      </a:r>
                      <a:r>
                        <a:rPr lang="en-US" altLang="ko-KR" sz="1200" baseline="0" dirty="0"/>
                        <a:t>/ karmy01@kyonggi.ac.kr /</a:t>
                      </a:r>
                      <a:r>
                        <a:rPr lang="ko-KR" altLang="en-US" sz="1200" baseline="0" dirty="0"/>
                        <a:t> </a:t>
                      </a:r>
                      <a:r>
                        <a:rPr lang="en-US" altLang="ko-KR" sz="1200" b="1" baseline="0" dirty="0"/>
                        <a:t>010-2266-6916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01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블럭체인과</a:t>
                      </a:r>
                      <a:r>
                        <a:rPr lang="ko-KR" altLang="en-US" sz="1200" dirty="0"/>
                        <a:t> 금융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정보보호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정보보호아키텍쳐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사이버보안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무기체계 보안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063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200" dirty="0"/>
                        <a:t>고려대 수학과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컴퓨터학과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고려대 대학원 </a:t>
                      </a:r>
                      <a:r>
                        <a:rPr lang="ko-KR" altLang="en-US" sz="1200" dirty="0" err="1"/>
                        <a:t>컴퓨터학석사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고려대 대학원 컴퓨터공학박사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488207"/>
              </p:ext>
            </p:extLst>
          </p:nvPr>
        </p:nvGraphicFramePr>
        <p:xfrm>
          <a:off x="212565" y="2204864"/>
          <a:ext cx="8759952" cy="3043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61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200" dirty="0"/>
                        <a:t>경력사항 및 수행실적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524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Tx/>
                        <a:buNone/>
                        <a:defRPr/>
                      </a:pPr>
                      <a:r>
                        <a:rPr lang="en-US" altLang="ko-KR" sz="1100" dirty="0"/>
                        <a:t>(2012.04~2018.02) </a:t>
                      </a:r>
                      <a:r>
                        <a:rPr lang="ko-KR" altLang="en-US" sz="1100" dirty="0"/>
                        <a:t>국방과학연구소 공용기술센터 팀장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정보보호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사이버보안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(2018.03 ~  </a:t>
                      </a:r>
                      <a:r>
                        <a:rPr lang="ko-KR" altLang="en-US" sz="1100" b="1" dirty="0"/>
                        <a:t>현재 </a:t>
                      </a:r>
                      <a:r>
                        <a:rPr lang="en-US" altLang="ko-KR" sz="1100" b="1" dirty="0"/>
                        <a:t>) </a:t>
                      </a:r>
                      <a:r>
                        <a:rPr lang="ko-KR" altLang="en-US" sz="1100" b="1" baseline="0" dirty="0"/>
                        <a:t>경기대학교 </a:t>
                      </a:r>
                      <a:r>
                        <a:rPr lang="en-US" altLang="ko-KR" sz="1100" b="1" baseline="0" dirty="0"/>
                        <a:t>AI</a:t>
                      </a:r>
                      <a:r>
                        <a:rPr lang="ko-KR" altLang="en-US" sz="1100" b="1" baseline="0" dirty="0"/>
                        <a:t>컴퓨터공학부 부교수</a:t>
                      </a:r>
                      <a:r>
                        <a:rPr lang="en-US" altLang="ko-KR" sz="1100" b="1" baseline="0" dirty="0"/>
                        <a:t>(</a:t>
                      </a:r>
                      <a:r>
                        <a:rPr lang="ko-KR" altLang="en-US" sz="1100" b="1" dirty="0" err="1"/>
                        <a:t>블럭체인과</a:t>
                      </a:r>
                      <a:r>
                        <a:rPr lang="ko-KR" altLang="en-US" sz="1100" b="1" dirty="0"/>
                        <a:t> 금융</a:t>
                      </a:r>
                      <a:r>
                        <a:rPr lang="en-US" altLang="ko-KR" sz="1100" b="1" dirty="0"/>
                        <a:t>, </a:t>
                      </a:r>
                      <a:r>
                        <a:rPr lang="ko-KR" altLang="en-US" sz="1100" b="1" dirty="0" err="1"/>
                        <a:t>정보보호아키텍쳐</a:t>
                      </a:r>
                      <a:r>
                        <a:rPr lang="en-US" altLang="ko-KR" sz="1100" b="1" dirty="0"/>
                        <a:t>, </a:t>
                      </a:r>
                      <a:r>
                        <a:rPr lang="ko-KR" altLang="en-US" sz="1100" b="1" dirty="0"/>
                        <a:t>사이버보안</a:t>
                      </a:r>
                      <a:r>
                        <a:rPr lang="en-US" altLang="ko-KR" sz="1100" b="1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030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1" dirty="0"/>
                        <a:t>수행실적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/>
                        <a:t>&lt;</a:t>
                      </a:r>
                      <a:r>
                        <a:rPr lang="ko-KR" altLang="en-US" sz="1100" b="1" dirty="0"/>
                        <a:t>채용면접</a:t>
                      </a:r>
                      <a:r>
                        <a:rPr lang="en-US" altLang="ko-KR" sz="1100" b="1" dirty="0"/>
                        <a:t>&gt;</a:t>
                      </a:r>
                      <a:r>
                        <a:rPr lang="en-US" altLang="ko-KR" sz="1100" b="0" dirty="0"/>
                        <a:t> </a:t>
                      </a:r>
                      <a:r>
                        <a:rPr lang="ko-KR" altLang="en-US" sz="1100" b="0" dirty="0"/>
                        <a:t> </a:t>
                      </a:r>
                      <a:endParaRPr lang="en-US" altLang="ko-KR" sz="1100" b="0" dirty="0"/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/>
                        <a:t>&lt;</a:t>
                      </a:r>
                      <a:r>
                        <a:rPr lang="ko-KR" altLang="en-US" sz="1100" b="1" dirty="0"/>
                        <a:t>자문위원</a:t>
                      </a:r>
                      <a:r>
                        <a:rPr lang="en-US" altLang="ko-KR" sz="1100" b="1" dirty="0"/>
                        <a:t>&gt; </a:t>
                      </a:r>
                      <a:r>
                        <a:rPr lang="ko-KR" altLang="en-US" sz="1100" b="0" dirty="0" err="1"/>
                        <a:t>한국블럭체인학회</a:t>
                      </a:r>
                      <a:r>
                        <a:rPr lang="ko-KR" altLang="en-US" sz="1100" b="0" dirty="0"/>
                        <a:t> 학술위원장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한국정보기술학회 학술위원장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한국정보보호학회 학술위원</a:t>
                      </a:r>
                      <a:r>
                        <a:rPr lang="en-US" altLang="ko-KR" sz="1100" b="0" dirty="0"/>
                        <a:t>,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0" dirty="0"/>
                        <a:t>                 </a:t>
                      </a:r>
                      <a:r>
                        <a:rPr lang="ko-KR" altLang="en-US" sz="1100" b="0" dirty="0"/>
                        <a:t>한국인터넷정보학회 이사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한국전자거래학회 학술위원장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한국우주항공학회 학술위원장</a:t>
                      </a:r>
                      <a:endParaRPr lang="en-US" altLang="ko-KR" sz="1100" b="0" dirty="0"/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/>
                        <a:t>&lt;</a:t>
                      </a:r>
                      <a:r>
                        <a:rPr lang="ko-KR" altLang="en-US" sz="1100" b="1" dirty="0"/>
                        <a:t>연구실적</a:t>
                      </a:r>
                      <a:r>
                        <a:rPr lang="en-US" altLang="ko-KR" sz="1100" b="1" dirty="0"/>
                        <a:t>&gt; </a:t>
                      </a:r>
                      <a:r>
                        <a:rPr lang="ko-KR" altLang="en-US" sz="1100" b="0" dirty="0"/>
                        <a:t>유무인 복합체계 보안네트워크분야 </a:t>
                      </a:r>
                      <a:r>
                        <a:rPr lang="ko-KR" altLang="en-US" sz="1100" b="0" dirty="0" err="1"/>
                        <a:t>감항인증</a:t>
                      </a:r>
                      <a:r>
                        <a:rPr lang="ko-KR" altLang="en-US" sz="1100" b="0" dirty="0"/>
                        <a:t> 방안연구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 err="1"/>
                        <a:t>국방기술품질원</a:t>
                      </a:r>
                      <a:r>
                        <a:rPr lang="en-US" altLang="ko-KR" sz="1100" b="0" dirty="0"/>
                        <a:t>, 2025)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0" dirty="0"/>
                        <a:t>                </a:t>
                      </a:r>
                      <a:r>
                        <a:rPr lang="ko-KR" altLang="en-US" sz="1100" b="0" dirty="0"/>
                        <a:t>우주 사이버보안 기술 동향 및 위험분석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한국우주안보학회</a:t>
                      </a:r>
                      <a:r>
                        <a:rPr lang="en-US" altLang="ko-KR" sz="1100" b="0" dirty="0"/>
                        <a:t>, 2024)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0" dirty="0"/>
                        <a:t>                AI </a:t>
                      </a:r>
                      <a:r>
                        <a:rPr lang="ko-KR" altLang="en-US" sz="1100" b="0" dirty="0"/>
                        <a:t>기반 </a:t>
                      </a:r>
                      <a:r>
                        <a:rPr lang="en-US" altLang="ko-KR" sz="1100" b="0" dirty="0"/>
                        <a:t>TDL </a:t>
                      </a:r>
                      <a:r>
                        <a:rPr lang="ko-KR" altLang="en-US" sz="1100" b="0" dirty="0"/>
                        <a:t>네트워크 관리 실험환경 구축사업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국방과학연구소</a:t>
                      </a:r>
                      <a:r>
                        <a:rPr lang="en-US" altLang="ko-KR" sz="1100" b="0" dirty="0"/>
                        <a:t>, 2023)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0" dirty="0"/>
                        <a:t>                </a:t>
                      </a:r>
                      <a:r>
                        <a:rPr lang="ko-KR" altLang="en-US" sz="1100" b="0" dirty="0"/>
                        <a:t>악성코드 내포 네트워크 분석을 통한 사이버 위험 예측 연구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한국연구재단</a:t>
                      </a:r>
                      <a:r>
                        <a:rPr lang="en-US" altLang="ko-KR" sz="1100" b="0" dirty="0"/>
                        <a:t>, 2018)</a:t>
                      </a:r>
                      <a:endParaRPr lang="ko-KR" altLang="en-US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069169"/>
              </p:ext>
            </p:extLst>
          </p:nvPr>
        </p:nvGraphicFramePr>
        <p:xfrm>
          <a:off x="236662" y="5388440"/>
          <a:ext cx="8751074" cy="1275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200" dirty="0"/>
                        <a:t>기타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자격</a:t>
                      </a:r>
                      <a:r>
                        <a:rPr lang="ko-KR" altLang="en-US" sz="1200" baseline="0" dirty="0"/>
                        <a:t> 및 이수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저서 등</a:t>
                      </a:r>
                      <a:r>
                        <a:rPr lang="en-US" altLang="ko-KR" sz="1200" baseline="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35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/>
                        <a:t>(</a:t>
                      </a:r>
                      <a:r>
                        <a:rPr lang="ko-KR" altLang="en-US" sz="1100" b="1" dirty="0"/>
                        <a:t>자격</a:t>
                      </a:r>
                      <a:r>
                        <a:rPr lang="en-US" altLang="ko-KR" sz="1100" b="1" dirty="0"/>
                        <a:t>) </a:t>
                      </a:r>
                      <a:r>
                        <a:rPr lang="en-US" altLang="ko-KR" sz="1100" b="0" dirty="0"/>
                        <a:t>ISO 27001, ISO 19001(</a:t>
                      </a:r>
                      <a:r>
                        <a:rPr lang="ko-KR" altLang="en-US" sz="1100" b="0" dirty="0" err="1"/>
                        <a:t>피씨에이에이</a:t>
                      </a:r>
                      <a:r>
                        <a:rPr lang="en-US" altLang="ko-KR" sz="11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-89108" y="48068"/>
            <a:ext cx="2428860" cy="428604"/>
          </a:xfrm>
        </p:spPr>
        <p:txBody>
          <a:bodyPr>
            <a:normAutofit fontScale="90000"/>
          </a:bodyPr>
          <a:lstStyle/>
          <a:p>
            <a:pPr>
              <a:tabLst>
                <a:tab pos="533400" algn="l"/>
                <a:tab pos="625475" algn="l"/>
              </a:tabLst>
            </a:pPr>
            <a:r>
              <a:rPr lang="ko-KR" altLang="en-US" sz="2400" b="1" dirty="0">
                <a:solidFill>
                  <a:schemeClr val="accent1"/>
                </a:solidFill>
              </a:rPr>
              <a:t>면접관</a:t>
            </a:r>
            <a:r>
              <a:rPr lang="en-US" altLang="ko-KR" sz="2400" b="1" dirty="0">
                <a:solidFill>
                  <a:schemeClr val="accent1"/>
                </a:solidFill>
              </a:rPr>
              <a:t> Profile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C:\Users\user\Desktop\KakaoTalk_20250826_22285475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20" y="789132"/>
            <a:ext cx="1348644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7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199</Words>
  <Application>Microsoft Office PowerPoint</Application>
  <PresentationFormat>화면 슬라이드 쇼(4:3)</PresentationFormat>
  <Paragraphs>29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159</cp:revision>
  <dcterms:created xsi:type="dcterms:W3CDTF">2014-08-26T23:33:08Z</dcterms:created>
  <dcterms:modified xsi:type="dcterms:W3CDTF">2025-08-31T22:40:41Z</dcterms:modified>
  <cp:version/>
</cp:coreProperties>
</file>