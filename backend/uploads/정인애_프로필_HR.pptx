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8" r:id="rId2"/>
  </p:sldIdLst>
  <p:sldSz cx="9144000" cy="6858000" type="screen4x3"/>
  <p:notesSz cx="6792913" cy="992505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G" initials="L" lastIdx="1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1380" y="64"/>
      </p:cViewPr>
      <p:guideLst>
        <p:guide orient="horz" pos="215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322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8100" y="0"/>
            <a:ext cx="294322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825F35B2-2A92-4A63-B637-C7F8227E17C5}" type="datetime1">
              <a:rPr lang="ko-KR" altLang="en-US" smtClean="0"/>
              <a:pPr lvl="0"/>
              <a:t>2025-10-29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63638" y="1241425"/>
            <a:ext cx="4465637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4013" cy="3908425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322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8100" y="9428163"/>
            <a:ext cx="294322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99E2EC4B-88B6-4DD0-90F4-09501FEE915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56747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C56747-5DF3-49CF-A9E3-67898158F7E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54717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2025-10-29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0691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2025-10-29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3888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2025-10-29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3319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2025-10-29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0940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2025-10-29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7793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2025-10-29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2938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2025-10-29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2884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2025-10-29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036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2025-10-29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5520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2025-10-29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2228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2025-10-29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5348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4FA2E3-1A32-4DF4-988B-F0AB09D1133F}" type="datetimeFigureOut">
              <a:rPr lang="ko-KR" altLang="en-US" smtClean="0"/>
              <a:pPr/>
              <a:t>2025-10-29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644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0237568"/>
              </p:ext>
            </p:extLst>
          </p:nvPr>
        </p:nvGraphicFramePr>
        <p:xfrm>
          <a:off x="220132" y="404664"/>
          <a:ext cx="8781023" cy="22322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14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87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94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88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726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90462">
                <a:tc gridSpan="5">
                  <a:txBody>
                    <a:bodyPr/>
                    <a:lstStyle/>
                    <a:p>
                      <a:pPr marL="285750" indent="-285750" latinLnBrk="1">
                        <a:buFont typeface="Wingdings" pitchFamily="2" charset="2"/>
                        <a:buChar char="Ø"/>
                      </a:pPr>
                      <a:r>
                        <a:rPr lang="ko-KR" altLang="en-US" sz="1600" dirty="0"/>
                        <a:t>기본 인적사항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9872">
                <a:tc rowSpan="4">
                  <a:txBody>
                    <a:bodyPr/>
                    <a:lstStyle/>
                    <a:p>
                      <a:pPr algn="ctr" latinLnBrk="1"/>
                      <a:endParaRPr lang="en-US" altLang="ko-KR" sz="1100" dirty="0"/>
                    </a:p>
                    <a:p>
                      <a:pPr algn="ctr" latinLnBrk="1"/>
                      <a:endParaRPr lang="en-US" altLang="ko-KR" sz="1100" dirty="0"/>
                    </a:p>
                    <a:p>
                      <a:pPr algn="ctr" latinLnBrk="1"/>
                      <a:endParaRPr lang="en-US" altLang="ko-KR" sz="1100" dirty="0"/>
                    </a:p>
                    <a:p>
                      <a:pPr algn="ctr" latinLnBrk="1"/>
                      <a:r>
                        <a:rPr lang="ko-KR" altLang="en-US" sz="1100" dirty="0"/>
                        <a:t>사 진</a:t>
                      </a:r>
                      <a:endParaRPr lang="en-US" altLang="ko-KR" sz="1100" dirty="0"/>
                    </a:p>
                    <a:p>
                      <a:pPr algn="ctr" latinLnBrk="1"/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이         </a:t>
                      </a:r>
                      <a:r>
                        <a:rPr lang="ko-KR" altLang="en-US" sz="1200" b="1" dirty="0" err="1">
                          <a:latin typeface="+mj-ea"/>
                          <a:ea typeface="+mj-ea"/>
                        </a:rPr>
                        <a:t>름</a:t>
                      </a:r>
                      <a:endParaRPr lang="ko-KR" altLang="en-US" sz="1200" b="1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/>
                        <a:t>정 인 애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생 년 월 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1983</a:t>
                      </a:r>
                      <a:r>
                        <a:rPr lang="ko-KR" altLang="en-US" sz="1100" dirty="0"/>
                        <a:t>년 </a:t>
                      </a:r>
                      <a:r>
                        <a:rPr lang="en-US" altLang="ko-KR" sz="1100" dirty="0"/>
                        <a:t>3</a:t>
                      </a:r>
                      <a:r>
                        <a:rPr lang="ko-KR" altLang="en-US" sz="1100" dirty="0"/>
                        <a:t>월 </a:t>
                      </a:r>
                      <a:r>
                        <a:rPr lang="en-US" altLang="ko-KR" sz="1100" dirty="0"/>
                        <a:t>30</a:t>
                      </a:r>
                      <a:r>
                        <a:rPr lang="ko-KR" altLang="en-US" sz="1100" dirty="0"/>
                        <a:t>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0409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소속 및 연락처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ko-KR" altLang="en-US" sz="1100" baseline="0" dirty="0" err="1">
                          <a:latin typeface="+mn-lt"/>
                        </a:rPr>
                        <a:t>딜로이트</a:t>
                      </a:r>
                      <a:r>
                        <a:rPr lang="ko-KR" altLang="en-US" sz="1100" baseline="0" dirty="0">
                          <a:latin typeface="+mn-lt"/>
                        </a:rPr>
                        <a:t> </a:t>
                      </a:r>
                      <a:r>
                        <a:rPr lang="ko-KR" altLang="en-US" sz="1100" baseline="0" dirty="0" err="1">
                          <a:latin typeface="+mn-lt"/>
                        </a:rPr>
                        <a:t>안진회계법인</a:t>
                      </a:r>
                      <a:r>
                        <a:rPr lang="ko-KR" altLang="en-US" sz="1100" baseline="0" dirty="0">
                          <a:latin typeface="+mn-lt"/>
                        </a:rPr>
                        <a:t> </a:t>
                      </a:r>
                      <a:r>
                        <a:rPr lang="ko-KR" altLang="en-US" sz="1100" baseline="0" dirty="0" err="1">
                          <a:latin typeface="+mn-lt"/>
                        </a:rPr>
                        <a:t>SRT본부</a:t>
                      </a:r>
                      <a:r>
                        <a:rPr lang="ko-KR" altLang="en-US" sz="1100" baseline="0" dirty="0">
                          <a:latin typeface="+mn-lt"/>
                        </a:rPr>
                        <a:t> </a:t>
                      </a:r>
                      <a:r>
                        <a:rPr lang="ko-KR" altLang="en-US" sz="1100" baseline="0" dirty="0" err="1">
                          <a:latin typeface="+mn-lt"/>
                        </a:rPr>
                        <a:t>Senior</a:t>
                      </a:r>
                      <a:r>
                        <a:rPr lang="ko-KR" altLang="en-US" sz="1100" baseline="0" dirty="0">
                          <a:latin typeface="+mn-lt"/>
                        </a:rPr>
                        <a:t> </a:t>
                      </a:r>
                      <a:r>
                        <a:rPr lang="ko-KR" altLang="en-US" sz="1100" baseline="0" dirty="0" err="1">
                          <a:latin typeface="+mn-lt"/>
                        </a:rPr>
                        <a:t>Manager</a:t>
                      </a:r>
                      <a:r>
                        <a:rPr lang="ko-KR" altLang="en-US" sz="1100" baseline="0" dirty="0">
                          <a:latin typeface="+mn-lt"/>
                        </a:rPr>
                        <a:t>  </a:t>
                      </a:r>
                      <a:r>
                        <a:rPr lang="en-US" altLang="ko-KR" sz="1100" baseline="0" dirty="0">
                          <a:latin typeface="+mn-lt"/>
                        </a:rPr>
                        <a:t>010-3127-5750  esther.inae.jung@gmail.com</a:t>
                      </a:r>
                      <a:endParaRPr lang="ko-KR" altLang="en-US" sz="1100" dirty="0">
                        <a:latin typeface="+mn-lt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097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전  문  분 야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100" dirty="0" err="1">
                          <a:latin typeface="+mn-lt"/>
                        </a:rPr>
                        <a:t>리스크관리</a:t>
                      </a:r>
                      <a:r>
                        <a:rPr lang="ko-KR" altLang="en-US" sz="1100" dirty="0">
                          <a:latin typeface="+mn-lt"/>
                        </a:rPr>
                        <a:t>, </a:t>
                      </a:r>
                      <a:r>
                        <a:rPr lang="ko-KR" altLang="en-US" sz="1100" dirty="0" err="1">
                          <a:latin typeface="+mn-lt"/>
                        </a:rPr>
                        <a:t>금융사</a:t>
                      </a:r>
                      <a:r>
                        <a:rPr lang="ko-KR" altLang="en-US" sz="1100" dirty="0">
                          <a:latin typeface="+mn-lt"/>
                        </a:rPr>
                        <a:t> 시스템 설계 및 구축 (IFRS, 금융투자소득세, 차세대 등)</a:t>
                      </a:r>
                      <a:r>
                        <a:rPr lang="en-US" altLang="ko-KR" sz="1100" dirty="0">
                          <a:latin typeface="+mn-lt"/>
                        </a:rPr>
                        <a:t>, </a:t>
                      </a:r>
                      <a:r>
                        <a:rPr lang="ko-KR" altLang="en-US" sz="1100" dirty="0">
                          <a:latin typeface="+mn-lt"/>
                        </a:rPr>
                        <a:t>평가 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0409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학          력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latin typeface="+mn-lt"/>
                        </a:rPr>
                        <a:t>이화여자대학교 수학과, 경제학 학사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9298851"/>
              </p:ext>
            </p:extLst>
          </p:nvPr>
        </p:nvGraphicFramePr>
        <p:xfrm>
          <a:off x="232977" y="2621807"/>
          <a:ext cx="8760145" cy="28331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66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534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3595">
                <a:tc gridSpan="2">
                  <a:txBody>
                    <a:bodyPr/>
                    <a:lstStyle/>
                    <a:p>
                      <a:pPr marL="285750" marR="0" lvl="0" indent="-28575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Wingdings"/>
                        <a:buChar char="Ø"/>
                        <a:defRPr/>
                      </a:pPr>
                      <a:r>
                        <a:rPr lang="ko-KR" altLang="en-US" sz="1600" dirty="0"/>
                        <a:t>경력사항 및 주요실적</a:t>
                      </a:r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7654"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1200" b="1" dirty="0"/>
                        <a:t>주요이력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80975" marR="0" lvl="0" indent="-180975" algn="l" rtl="0" eaLnBrk="0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 typeface="Arial"/>
                        <a:buChar char="•"/>
                      </a:pP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現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) </a:t>
                      </a:r>
                      <a:r>
                        <a:rPr lang="ko-KR" altLang="en-US" sz="1100" b="0" i="0" u="none" strike="noStrike" cap="none" normalizeH="0" baseline="0" noProof="0" dirty="0" err="1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딜로이트</a:t>
                      </a:r>
                      <a:r>
                        <a:rPr lang="ko-KR" altLang="en-US" sz="1100" b="0" i="0" u="none" strike="noStrike" cap="none" normalizeH="0" baseline="0" noProof="0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ko-KR" altLang="en-US" sz="1100" b="0" i="0" u="none" strike="noStrike" cap="none" normalizeH="0" baseline="0" noProof="0" dirty="0" err="1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안진회계법인</a:t>
                      </a:r>
                      <a:r>
                        <a:rPr lang="ko-KR" altLang="en-US" sz="1100" b="0" i="0" u="none" strike="noStrike" cap="none" normalizeH="0" baseline="0" noProof="0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ko-KR" altLang="en-US" sz="1100" b="0" i="0" u="none" strike="noStrike" cap="none" normalizeH="0" baseline="0" noProof="0" dirty="0" err="1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리스크자문본부</a:t>
                      </a:r>
                      <a:r>
                        <a:rPr lang="ko-KR" altLang="en-US" sz="1100" b="0" i="0" u="none" strike="noStrike" cap="none" normalizeH="0" baseline="0" noProof="0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en-US" altLang="ko-KR" sz="1100" baseline="0" dirty="0">
                          <a:latin typeface="+mn-lt"/>
                        </a:rPr>
                        <a:t>(</a:t>
                      </a:r>
                      <a:r>
                        <a:rPr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2021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년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 </a:t>
                      </a:r>
                      <a:r>
                        <a:rPr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07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월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~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현재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)</a:t>
                      </a:r>
                    </a:p>
                    <a:p>
                      <a:pPr marL="180975" marR="0" lvl="0" indent="-180975" algn="l" rtl="0" eaLnBrk="0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 typeface="Arial"/>
                        <a:buChar char="•"/>
                      </a:pP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前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)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 </a:t>
                      </a:r>
                      <a:r>
                        <a:rPr lang="ko-KR" altLang="en-US" sz="1100" b="0" i="0" u="none" strike="noStrike" cap="none" normalizeH="0" baseline="0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푸르덴셜생명</a:t>
                      </a:r>
                      <a:r>
                        <a:rPr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(</a:t>
                      </a:r>
                      <a:r>
                        <a:rPr lang="ko-KR" sz="1100" b="0" i="0" u="none" strike="noStrike" cap="none" normalizeH="0" baseline="0" noProof="0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現</a:t>
                      </a:r>
                      <a:r>
                        <a:rPr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 </a:t>
                      </a:r>
                      <a:r>
                        <a:rPr lang="ko-KR" altLang="en-US" sz="1100" b="0" i="0" u="none" strike="noStrike" cap="none" normalizeH="0" baseline="0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KB생명</a:t>
                      </a:r>
                      <a:r>
                        <a:rPr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) 재무관리본부</a:t>
                      </a:r>
                      <a:r>
                        <a:rPr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/</a:t>
                      </a:r>
                      <a:r>
                        <a:rPr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경영지원본부 </a:t>
                      </a:r>
                      <a:r>
                        <a:rPr lang="en-US" altLang="ko-KR" sz="1100" baseline="0" dirty="0">
                          <a:latin typeface="+mn-lt"/>
                        </a:rPr>
                        <a:t>(</a:t>
                      </a:r>
                      <a:r>
                        <a:rPr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2007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년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 </a:t>
                      </a:r>
                      <a:r>
                        <a:rPr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03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월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~ </a:t>
                      </a:r>
                      <a:r>
                        <a:rPr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2021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년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06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월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1949"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1200" b="1" dirty="0"/>
                        <a:t>주요실적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 latinLnBrk="1">
                        <a:lnSpc>
                          <a:spcPct val="150000"/>
                        </a:lnSpc>
                        <a:buFont typeface="Arial"/>
                        <a:buNone/>
                      </a:pPr>
                      <a:r>
                        <a:rPr lang="en-US" altLang="ko-KR" sz="1100" b="1" dirty="0">
                          <a:latin typeface="+mn-lt"/>
                        </a:rPr>
                        <a:t>[</a:t>
                      </a:r>
                      <a:r>
                        <a:rPr lang="ko-KR" altLang="en-US" sz="1100" b="1" dirty="0">
                          <a:latin typeface="+mn-lt"/>
                        </a:rPr>
                        <a:t>서류</a:t>
                      </a:r>
                      <a:r>
                        <a:rPr lang="en-US" altLang="ko-KR" sz="1100" b="1" dirty="0">
                          <a:latin typeface="+mn-lt"/>
                        </a:rPr>
                        <a:t>] </a:t>
                      </a:r>
                      <a:r>
                        <a:rPr lang="ko-KR" altLang="en-US" sz="1100" b="0" dirty="0">
                          <a:latin typeface="+mn-lt"/>
                        </a:rPr>
                        <a:t>서민금융진흥원</a:t>
                      </a:r>
                      <a:r>
                        <a:rPr lang="en-US" altLang="ko-KR" sz="1100" b="0" dirty="0">
                          <a:latin typeface="+mn-lt"/>
                        </a:rPr>
                        <a:t>, </a:t>
                      </a:r>
                      <a:r>
                        <a:rPr lang="ko-KR" altLang="en-US" sz="1100" b="0" dirty="0">
                          <a:latin typeface="+mn-lt"/>
                        </a:rPr>
                        <a:t>국민건강보험공단</a:t>
                      </a:r>
                      <a:r>
                        <a:rPr lang="en-US" altLang="ko-KR" sz="1100" b="0" dirty="0">
                          <a:latin typeface="+mn-lt"/>
                        </a:rPr>
                        <a:t>, </a:t>
                      </a:r>
                      <a:r>
                        <a:rPr lang="ko-KR" altLang="en-US" sz="1100" b="0" dirty="0" err="1">
                          <a:latin typeface="+mn-lt"/>
                        </a:rPr>
                        <a:t>한국에너지기술평가원</a:t>
                      </a:r>
                      <a:endParaRPr lang="en-US" altLang="ko-KR" sz="1100" b="0" i="0" u="none" strike="noStrike" cap="none" normalizeH="0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  <a:p>
                      <a:pPr marL="0" lvl="0" indent="0" latinLnBrk="1">
                        <a:lnSpc>
                          <a:spcPct val="150000"/>
                        </a:lnSpc>
                        <a:buFont typeface="Arial"/>
                        <a:buNone/>
                      </a:pPr>
                      <a:r>
                        <a:rPr lang="en-US" sz="1100" b="1" dirty="0"/>
                        <a:t>[</a:t>
                      </a:r>
                      <a:r>
                        <a:rPr lang="ko-KR" altLang="en-US" sz="1100" b="1" dirty="0"/>
                        <a:t>면접</a:t>
                      </a:r>
                      <a:r>
                        <a:rPr lang="en-US" altLang="ko-KR" sz="1100" b="1" dirty="0"/>
                        <a:t>] </a:t>
                      </a:r>
                      <a:r>
                        <a:rPr lang="ko-KR" altLang="en-US" sz="1100" b="0" dirty="0"/>
                        <a:t>한국은행</a:t>
                      </a:r>
                      <a:r>
                        <a:rPr lang="en-US" altLang="ko-KR" sz="1100" b="0" dirty="0"/>
                        <a:t>,  </a:t>
                      </a:r>
                      <a:r>
                        <a:rPr lang="ko-KR" altLang="en-US" sz="1100" b="0" dirty="0"/>
                        <a:t>금융감독원</a:t>
                      </a:r>
                      <a:r>
                        <a:rPr lang="en-US" altLang="ko-KR" sz="1100" b="0" dirty="0"/>
                        <a:t>, </a:t>
                      </a:r>
                      <a:r>
                        <a:rPr lang="ko-KR" altLang="en-US" sz="1100" b="0" dirty="0"/>
                        <a:t>하나카드</a:t>
                      </a:r>
                      <a:r>
                        <a:rPr lang="en-US" altLang="ko-KR" sz="1100" b="0" dirty="0"/>
                        <a:t>, </a:t>
                      </a:r>
                      <a:r>
                        <a:rPr lang="ko-KR" altLang="en-US" sz="1100" b="0" dirty="0"/>
                        <a:t>기업은행</a:t>
                      </a:r>
                      <a:r>
                        <a:rPr lang="en-US" altLang="ko-KR" sz="1100" b="0" dirty="0"/>
                        <a:t>, </a:t>
                      </a:r>
                      <a:r>
                        <a:rPr lang="ko-KR" altLang="en-US" sz="1100" b="0" dirty="0"/>
                        <a:t>국민은행</a:t>
                      </a:r>
                      <a:r>
                        <a:rPr lang="en-US" altLang="ko-KR" sz="1100" b="0" dirty="0"/>
                        <a:t>, </a:t>
                      </a:r>
                      <a:r>
                        <a:rPr lang="ko-KR" altLang="en-US" sz="1100" b="0" dirty="0" err="1"/>
                        <a:t>한국조폐공사</a:t>
                      </a:r>
                      <a:r>
                        <a:rPr lang="en-US" altLang="ko-KR" sz="1100" b="0" dirty="0"/>
                        <a:t>. </a:t>
                      </a:r>
                      <a:r>
                        <a:rPr lang="ko-KR" altLang="en-US" sz="1100" b="0" dirty="0"/>
                        <a:t>한국산업진흥원</a:t>
                      </a:r>
                      <a:r>
                        <a:rPr lang="en-US" altLang="ko-KR" sz="1100" b="0" dirty="0"/>
                        <a:t>, </a:t>
                      </a:r>
                      <a:r>
                        <a:rPr lang="ko-KR" altLang="en-US" sz="1100" b="0" dirty="0" err="1"/>
                        <a:t>딜로이트안진회계법인</a:t>
                      </a:r>
                      <a:r>
                        <a:rPr lang="ko-KR" altLang="en-US" sz="1100" b="0" dirty="0"/>
                        <a:t> </a:t>
                      </a:r>
                      <a:endParaRPr lang="en-US" sz="1100" b="0" dirty="0"/>
                    </a:p>
                    <a:p>
                      <a:pPr marL="171450" lvl="0" indent="-171450">
                        <a:lnSpc>
                          <a:spcPct val="150000"/>
                        </a:lnSpc>
                        <a:buFont typeface="Arial"/>
                        <a:buChar char="•"/>
                      </a:pPr>
                      <a:r>
                        <a:rPr lang="ko-KR" altLang="en-US" sz="11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기타</a:t>
                      </a:r>
                      <a:r>
                        <a:rPr lang="en-US" altLang="ko-KR" sz="11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 </a:t>
                      </a:r>
                      <a:r>
                        <a:rPr lang="ko-KR" altLang="en-US" sz="11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교육 및 평가활동</a:t>
                      </a:r>
                      <a:r>
                        <a:rPr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 : </a:t>
                      </a:r>
                      <a:r>
                        <a:rPr lang="ko-KR" altLang="en-US" sz="1100" b="0" i="0" u="none" strike="noStrike" cap="none" normalizeH="0" baseline="0" noProof="0" dirty="0" err="1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딜로이트</a:t>
                      </a:r>
                      <a:r>
                        <a:rPr lang="en-US" altLang="ko-KR" sz="1100" b="0" i="0" u="none" strike="noStrike" cap="none" normalizeH="0" baseline="0" noProof="0" dirty="0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 </a:t>
                      </a:r>
                      <a:r>
                        <a:rPr lang="en-US" sz="1100" b="0" i="0" u="none" strike="noStrike" cap="none" normalizeH="0" baseline="0" noProof="0" dirty="0" err="1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안진회계법인</a:t>
                      </a:r>
                      <a:r>
                        <a:rPr lang="en-US" sz="1100" b="0" i="0" u="none" strike="noStrike" cap="none" normalizeH="0" baseline="0" noProof="0" dirty="0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 </a:t>
                      </a:r>
                      <a:r>
                        <a:rPr lang="ko-KR" altLang="en-US" sz="1100" b="0" i="0" u="none" strike="noStrike" cap="none" normalizeH="0" baseline="0" noProof="0" dirty="0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직원</a:t>
                      </a:r>
                      <a:r>
                        <a:rPr lang="en-US" altLang="ko-KR" sz="1100" b="0" i="0" u="none" strike="noStrike" cap="none" normalizeH="0" baseline="0" noProof="0" dirty="0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 </a:t>
                      </a:r>
                      <a:r>
                        <a:rPr lang="en-US" altLang="ko-KR" sz="1100" b="0" i="0" u="none" strike="noStrike" cap="none" normalizeH="0" baseline="0" noProof="0" dirty="0" err="1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평가</a:t>
                      </a:r>
                      <a:r>
                        <a:rPr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 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  </a:t>
                      </a:r>
                      <a:endParaRPr lang="en-US" altLang="ko-KR" sz="1100" b="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6119011"/>
              </p:ext>
            </p:extLst>
          </p:nvPr>
        </p:nvGraphicFramePr>
        <p:xfrm>
          <a:off x="248578" y="5289376"/>
          <a:ext cx="8752578" cy="14916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90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534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6152">
                <a:tc gridSpan="2"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lang="ko-KR" altLang="en-US" sz="1600" dirty="0"/>
                        <a:t>기타</a:t>
                      </a:r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자격</a:t>
                      </a:r>
                      <a:r>
                        <a:rPr lang="ko-KR" altLang="en-US" sz="1600" baseline="0" dirty="0"/>
                        <a:t> 및 이수</a:t>
                      </a:r>
                      <a:r>
                        <a:rPr lang="en-US" altLang="ko-KR" sz="1600" baseline="0" dirty="0"/>
                        <a:t>, </a:t>
                      </a:r>
                      <a:r>
                        <a:rPr lang="ko-KR" altLang="en-US" sz="1600" baseline="0" dirty="0"/>
                        <a:t>저서</a:t>
                      </a:r>
                      <a:r>
                        <a:rPr lang="en-US" altLang="ko-KR" sz="1600" baseline="0" dirty="0"/>
                        <a:t>, </a:t>
                      </a:r>
                      <a:r>
                        <a:rPr lang="ko-KR" altLang="en-US" sz="1600" baseline="0" dirty="0"/>
                        <a:t>논문 등</a:t>
                      </a:r>
                      <a:r>
                        <a:rPr lang="en-US" altLang="ko-KR" sz="1600" baseline="0" dirty="0"/>
                        <a:t>)</a:t>
                      </a:r>
                      <a:endParaRPr lang="ko-KR" altLang="en-US" sz="1600" dirty="0"/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563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자격 및 이수</a:t>
                      </a:r>
                      <a:endParaRPr lang="en-US" altLang="ko-KR" sz="1200" b="1" dirty="0"/>
                    </a:p>
                    <a:p>
                      <a:pPr algn="ctr" latinLnBrk="1"/>
                      <a:r>
                        <a:rPr lang="ko-KR" altLang="en-US" sz="1200" b="1" dirty="0"/>
                        <a:t>논문</a:t>
                      </a:r>
                    </a:p>
                    <a:p>
                      <a:pPr algn="ctr" latinLnBrk="1"/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(</a:t>
                      </a:r>
                      <a:r>
                        <a:rPr lang="ko-KR" altLang="en-US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사</a:t>
                      </a:r>
                      <a:r>
                        <a:rPr lang="en-US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)</a:t>
                      </a:r>
                      <a:r>
                        <a:rPr lang="en-US" altLang="ko-KR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 </a:t>
                      </a:r>
                      <a:r>
                        <a:rPr lang="ko-KR" altLang="en-US" sz="1100" b="0" i="0" u="none" strike="noStrike" kern="1200" noProof="0" dirty="0" err="1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한국코칭협회</a:t>
                      </a:r>
                      <a:r>
                        <a:rPr lang="en-US" altLang="ko-KR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 KPC </a:t>
                      </a:r>
                      <a:r>
                        <a:rPr lang="ko-KR" altLang="en-US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인증코치</a:t>
                      </a:r>
                      <a:endParaRPr lang="en-US" altLang="ko-KR" sz="1100" b="0" i="0" u="none" strike="noStrike" kern="1200" noProof="0" dirty="0">
                        <a:solidFill>
                          <a:srgbClr val="000000"/>
                        </a:solidFill>
                        <a:effectLst/>
                        <a:latin typeface="Malgun Gothic"/>
                      </a:endParaRP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채용면접전문가 자격과정 이수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4114800" y="31623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/>
          </a:p>
        </p:txBody>
      </p:sp>
      <p:sp>
        <p:nvSpPr>
          <p:cNvPr id="9" name="제목 1"/>
          <p:cNvSpPr>
            <a:spLocks noGrp="1"/>
          </p:cNvSpPr>
          <p:nvPr>
            <p:ph type="ctrTitle"/>
          </p:nvPr>
        </p:nvSpPr>
        <p:spPr>
          <a:xfrm>
            <a:off x="107504" y="99455"/>
            <a:ext cx="4536504" cy="305209"/>
          </a:xfrm>
        </p:spPr>
        <p:txBody>
          <a:bodyPr>
            <a:normAutofit fontScale="90000"/>
          </a:bodyPr>
          <a:lstStyle/>
          <a:p>
            <a:pPr algn="l">
              <a:tabLst>
                <a:tab pos="533400" algn="l"/>
                <a:tab pos="625475" algn="l"/>
              </a:tabLst>
            </a:pPr>
            <a:r>
              <a:rPr lang="ko-KR" altLang="en-US" sz="1800" b="1" dirty="0">
                <a:solidFill>
                  <a:schemeClr val="accent1">
                    <a:lumMod val="50000"/>
                  </a:schemeClr>
                </a:solidFill>
                <a:ea typeface="맑은 고딕"/>
              </a:rPr>
              <a:t>면접관</a:t>
            </a:r>
            <a:r>
              <a:rPr lang="en-US" altLang="ko-KR" sz="1800" b="1" dirty="0">
                <a:solidFill>
                  <a:schemeClr val="accent1">
                    <a:lumMod val="50000"/>
                  </a:schemeClr>
                </a:solidFill>
                <a:ea typeface="맑은 고딕"/>
              </a:rPr>
              <a:t> Profile</a:t>
            </a:r>
          </a:p>
        </p:txBody>
      </p:sp>
      <p:pic>
        <p:nvPicPr>
          <p:cNvPr id="2" name="그림 1" descr="인간의 얼굴, 사람, 의류, 헤드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1FC4184-1D73-75BA-D3A3-A561887509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294" t="15534" r="13208" b="27890"/>
          <a:stretch>
            <a:fillRect/>
          </a:stretch>
        </p:blipFill>
        <p:spPr>
          <a:xfrm>
            <a:off x="232977" y="902688"/>
            <a:ext cx="1347676" cy="1680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0880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646</TotalTime>
  <Words>168</Words>
  <Application>Microsoft Office PowerPoint</Application>
  <PresentationFormat>화면 슬라이드 쇼(4:3)</PresentationFormat>
  <Paragraphs>30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Malgun Gothic</vt:lpstr>
      <vt:lpstr>Malgun Gothic</vt:lpstr>
      <vt:lpstr>Arial</vt:lpstr>
      <vt:lpstr>Wingdings</vt:lpstr>
      <vt:lpstr>Office 테마</vt:lpstr>
      <vt:lpstr>면접관 Profile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Consultant Profile</dc:title>
  <dc:creator>이승철</dc:creator>
  <cp:lastModifiedBy>권미경</cp:lastModifiedBy>
  <cp:revision>201</cp:revision>
  <dcterms:created xsi:type="dcterms:W3CDTF">2014-08-26T23:33:08Z</dcterms:created>
  <dcterms:modified xsi:type="dcterms:W3CDTF">2025-10-29T14:14:37Z</dcterms:modified>
  <cp:version/>
</cp:coreProperties>
</file>