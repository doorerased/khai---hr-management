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6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98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ssecret21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072727"/>
              </p:ext>
            </p:extLst>
          </p:nvPr>
        </p:nvGraphicFramePr>
        <p:xfrm>
          <a:off x="220133" y="476672"/>
          <a:ext cx="8781023" cy="194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370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853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하 지 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1986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2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err="1">
                          <a:latin typeface="+mn-lt"/>
                        </a:rPr>
                        <a:t>한국전문면접평가인증원</a:t>
                      </a:r>
                      <a:r>
                        <a:rPr lang="ko-KR" altLang="en-US" sz="1100" baseline="0" dirty="0">
                          <a:latin typeface="+mn-lt"/>
                        </a:rPr>
                        <a:t> 전문위원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010-3020-0201 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pssecret21@gmail.com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3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자금</a:t>
                      </a:r>
                      <a:r>
                        <a:rPr lang="en-US" altLang="ko-KR" sz="1100" dirty="0">
                          <a:latin typeface="+mn-lt"/>
                        </a:rPr>
                        <a:t>(</a:t>
                      </a:r>
                      <a:r>
                        <a:rPr lang="ko-KR" altLang="en-US" sz="1100" dirty="0">
                          <a:latin typeface="+mn-lt"/>
                        </a:rPr>
                        <a:t>파생상품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  <a:r>
                        <a:rPr lang="ko-KR" altLang="en-US" sz="1100" dirty="0">
                          <a:latin typeface="+mn-lt"/>
                        </a:rPr>
                        <a:t>운용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투자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 err="1">
                          <a:latin typeface="+mn-lt"/>
                        </a:rPr>
                        <a:t>퀀트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금융수학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2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연세대학교 수학과 학사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연세대학교 금융수학 석사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589596"/>
              </p:ext>
            </p:extLst>
          </p:nvPr>
        </p:nvGraphicFramePr>
        <p:xfrm>
          <a:off x="241011" y="2420888"/>
          <a:ext cx="8760145" cy="2995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72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64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 err="1"/>
                        <a:t>주요이력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한국전문면접평가인증원</a:t>
                      </a:r>
                      <a:r>
                        <a:rPr lang="ko-KR" altLang="en-US" sz="1100" baseline="0" dirty="0">
                          <a:latin typeface="+mn-lt"/>
                        </a:rPr>
                        <a:t> 전문위원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한국투자증권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투자공학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부 파생상품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운용팀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차장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2024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endParaRPr lang="en-US" altLang="ko-KR" sz="1100" baseline="0" dirty="0">
                        <a:latin typeface="+mn-lt"/>
                      </a:endParaRP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한국투자증권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투자공학부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파생상품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운용팀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2018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한국투자증권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투자공학부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퀀트팀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1793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 err="1"/>
                        <a:t>주요실적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한국수출입은행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국민카드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우체국금융개발원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한국투자증권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en-US" altLang="ko-KR" sz="1100" b="0" dirty="0">
                          <a:latin typeface="+mn-lt"/>
                        </a:rPr>
                        <a:t>IBK</a:t>
                      </a:r>
                      <a:r>
                        <a:rPr lang="ko-KR" altLang="en-US" sz="1100" b="0" dirty="0">
                          <a:latin typeface="+mn-lt"/>
                        </a:rPr>
                        <a:t>기업은행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금융감독원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 err="1">
                          <a:latin typeface="+mn-lt"/>
                        </a:rPr>
                        <a:t>우리카드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 err="1">
                          <a:latin typeface="+mn-lt"/>
                        </a:rPr>
                        <a:t>우리캐피탈</a:t>
                      </a:r>
                      <a:r>
                        <a:rPr lang="en-US" altLang="ko-KR" sz="1100" b="0">
                          <a:latin typeface="+mn-lt"/>
                        </a:rPr>
                        <a:t>, </a:t>
                      </a:r>
                      <a:r>
                        <a:rPr lang="ko-KR" altLang="en-US" sz="1100" b="0">
                          <a:latin typeface="+mn-lt"/>
                        </a:rPr>
                        <a:t>산업은행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한국무역보험공사</a:t>
                      </a:r>
                      <a:r>
                        <a:rPr lang="en-US" altLang="ko-KR" sz="1100" b="0" dirty="0">
                          <a:latin typeface="+mn-lt"/>
                        </a:rPr>
                        <a:t>,</a:t>
                      </a:r>
                      <a:r>
                        <a:rPr lang="ko-KR" altLang="en-US" sz="1100" b="0" dirty="0">
                          <a:latin typeface="+mn-lt"/>
                        </a:rPr>
                        <a:t>하나카드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한국재정정보원</a:t>
                      </a:r>
                      <a:endParaRPr lang="en-US" altLang="ko-KR" sz="1100" b="0" dirty="0">
                        <a:latin typeface="+mn-lt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endParaRPr kumimoji="0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590638"/>
              </p:ext>
            </p:extLst>
          </p:nvPr>
        </p:nvGraphicFramePr>
        <p:xfrm>
          <a:off x="248578" y="5301207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448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채용면접전문가 자격과정수료</a:t>
                      </a:r>
                      <a:endParaRPr lang="en-US" altLang="ko-KR" sz="110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/>
                        <a:t> 공정채용 교육과정 수료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한국산업인력공단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논문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) Defaultable</a:t>
                      </a:r>
                      <a:r>
                        <a:rPr lang="en-US" altLang="ko-KR" sz="1100" baseline="0" dirty="0">
                          <a:latin typeface="+mn-ea"/>
                          <a:ea typeface="+mn-ea"/>
                        </a:rPr>
                        <a:t> Bonds with Multi-Time Scale Stochastic Volatility (2010)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220133" y="109154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78" y="832594"/>
            <a:ext cx="1299086" cy="156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65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182</Words>
  <Application>Microsoft Office PowerPoint</Application>
  <PresentationFormat>화면 슬라이드 쇼(4:3)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127</cp:revision>
  <dcterms:created xsi:type="dcterms:W3CDTF">2014-08-26T23:33:08Z</dcterms:created>
  <dcterms:modified xsi:type="dcterms:W3CDTF">2026-01-07T13:01:33Z</dcterms:modified>
  <cp:version/>
</cp:coreProperties>
</file>