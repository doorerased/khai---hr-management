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7" autoAdjust="0"/>
    <p:restoredTop sz="94660"/>
  </p:normalViewPr>
  <p:slideViewPr>
    <p:cSldViewPr>
      <p:cViewPr varScale="1">
        <p:scale>
          <a:sx n="100" d="100"/>
          <a:sy n="100" d="100"/>
        </p:scale>
        <p:origin x="1376" y="64"/>
      </p:cViewPr>
      <p:guideLst>
        <p:guide orient="horz" pos="215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D85D1CAD-79E2-443A-890F-9D867EA80623}" type="datetime1">
              <a:rPr lang="ko-KR" altLang="en-US" smtClean="0"/>
              <a:t>2025-08-06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42C56747-5DF3-49CF-A9E3-67898158F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707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2025-08-06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m157815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123454"/>
              </p:ext>
            </p:extLst>
          </p:nvPr>
        </p:nvGraphicFramePr>
        <p:xfrm>
          <a:off x="220132" y="404664"/>
          <a:ext cx="8782384" cy="18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729">
                <a:tc gridSpan="5">
                  <a:txBody>
                    <a:bodyPr/>
                    <a:lstStyle/>
                    <a:p>
                      <a:pPr marL="285750" lvl="0" indent="-285750" latinLnBrk="1"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209">
                <a:tc rowSpan="4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en-US" altLang="ko-KR" sz="1100"/>
                    </a:p>
                    <a:p>
                      <a:pPr lvl="0" algn="ctr" latinLnBrk="1">
                        <a:defRPr/>
                      </a:pPr>
                      <a:endParaRPr lang="en-US" altLang="ko-KR" sz="1100"/>
                    </a:p>
                    <a:p>
                      <a:pPr lvl="0" algn="ctr" latinLnBrk="1">
                        <a:defRPr/>
                      </a:pPr>
                      <a:endParaRPr lang="en-US" altLang="ko-KR" sz="1100"/>
                    </a:p>
                    <a:p>
                      <a:pPr lvl="0" algn="ctr" latinLnBrk="1">
                        <a:defRPr/>
                      </a:pPr>
                      <a:r>
                        <a:rPr lang="ko-KR" altLang="en-US" sz="1100"/>
                        <a:t>사 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이         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100"/>
                        <a:t>남 미 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/>
                        <a:t>1968.07.16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="1" baseline="0" dirty="0">
                          <a:latin typeface="+mn-lt"/>
                        </a:rPr>
                        <a:t>길버트 컨설팅   </a:t>
                      </a:r>
                      <a:r>
                        <a:rPr lang="en-US" altLang="ko-KR" sz="1100" b="1" baseline="0" dirty="0">
                          <a:latin typeface="+mn-lt"/>
                        </a:rPr>
                        <a:t>/ </a:t>
                      </a:r>
                      <a:r>
                        <a:rPr lang="ko-KR" altLang="en-US" sz="1100" b="1" baseline="0" dirty="0">
                          <a:latin typeface="+mn-lt"/>
                        </a:rPr>
                        <a:t>대표        </a:t>
                      </a:r>
                      <a:r>
                        <a:rPr lang="en-US" altLang="ko-KR" sz="1100" b="1" baseline="0" dirty="0">
                          <a:latin typeface="+mn-lt"/>
                        </a:rPr>
                        <a:t>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010-3748-6806         </a:t>
                      </a:r>
                      <a:r>
                        <a:rPr lang="en-US" altLang="ko-KR" sz="1100" baseline="0" dirty="0">
                          <a:latin typeface="+mn-lt"/>
                          <a:hlinkClick r:id="rId3"/>
                        </a:rPr>
                        <a:t>nam157815@naver.com</a:t>
                      </a:r>
                      <a:endParaRPr lang="en-US" altLang="ko-KR" sz="1100" baseline="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07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공공기관 면접관</a:t>
                      </a:r>
                      <a:r>
                        <a:rPr lang="en-US" altLang="ko-KR" sz="1100" baseline="0" dirty="0">
                          <a:latin typeface="+mn-lt"/>
                        </a:rPr>
                        <a:t>/ </a:t>
                      </a:r>
                      <a:r>
                        <a:rPr lang="ko-KR" altLang="en-US" sz="1100" baseline="0" dirty="0">
                          <a:latin typeface="+mn-lt"/>
                        </a:rPr>
                        <a:t>인사조직</a:t>
                      </a:r>
                      <a:r>
                        <a:rPr lang="en-US" altLang="ko-KR" sz="1100" baseline="0" dirty="0">
                          <a:latin typeface="+mn-lt"/>
                        </a:rPr>
                        <a:t>/ </a:t>
                      </a:r>
                      <a:r>
                        <a:rPr lang="ko-KR" altLang="en-US" sz="1100" baseline="0" dirty="0">
                          <a:latin typeface="+mn-lt"/>
                        </a:rPr>
                        <a:t>채용</a:t>
                      </a:r>
                      <a:r>
                        <a:rPr lang="en-US" altLang="ko-KR" sz="1100" baseline="0" dirty="0">
                          <a:latin typeface="+mn-lt"/>
                        </a:rPr>
                        <a:t>/ </a:t>
                      </a:r>
                      <a:r>
                        <a:rPr lang="ko-KR" altLang="en-US" sz="1100" baseline="0" dirty="0">
                          <a:latin typeface="+mn-lt"/>
                        </a:rPr>
                        <a:t>교육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학     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100" dirty="0">
                          <a:latin typeface="+mn-lt"/>
                        </a:rPr>
                        <a:t> 한세대학교 사회복지학 박사 </a:t>
                      </a:r>
                      <a:r>
                        <a:rPr lang="en-US" altLang="ko-KR" sz="1100" dirty="0">
                          <a:latin typeface="+mn-lt"/>
                        </a:rPr>
                        <a:t>/ </a:t>
                      </a:r>
                      <a:r>
                        <a:rPr lang="ko-KR" altLang="en-US" sz="1100" dirty="0">
                          <a:latin typeface="+mn-lt"/>
                        </a:rPr>
                        <a:t>국민대학교 경영대학원 석사 </a:t>
                      </a:r>
                      <a:r>
                        <a:rPr lang="en-US" altLang="ko-KR" sz="1100" dirty="0">
                          <a:latin typeface="+mn-lt"/>
                        </a:rPr>
                        <a:t>/</a:t>
                      </a:r>
                      <a:r>
                        <a:rPr lang="ko-KR" altLang="en-US" sz="1100" dirty="0">
                          <a:latin typeface="+mn-lt"/>
                        </a:rPr>
                        <a:t>한세대학교 경영학과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444026"/>
              </p:ext>
            </p:extLst>
          </p:nvPr>
        </p:nvGraphicFramePr>
        <p:xfrm>
          <a:off x="241011" y="2297266"/>
          <a:ext cx="8757108" cy="287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396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222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現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길버트 컨설팅 대표 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2016~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 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기업 교육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인사조직 컨설팅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NY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컨설팅 인사전략 자문위원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(2022~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인사혁신처 자문위원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(2020~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Next Selection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컨설팅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전문 인재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서치펌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이사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(2012.5~2015.12)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헨켈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코리아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글로벌 기업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인사팀 차장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(HR, Sr. Manager) (2006.03~2012.03) [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채용총괄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기획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인사관리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대우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인터내셔날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인사팀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(HR Manager)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과장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(1994. 05~2005.12) [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채용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교육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 기획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308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심사 및 평가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수행 실적</a:t>
                      </a:r>
                    </a:p>
                    <a:p>
                      <a:pPr lvl="0" algn="ctr" latinLnBrk="1">
                        <a:defRPr/>
                      </a:pP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latin typeface="+mn-lt"/>
                        </a:rPr>
                        <a:t>면접 평가</a:t>
                      </a:r>
                      <a:r>
                        <a:rPr lang="en-US" altLang="ko-KR" sz="1100" b="0" dirty="0">
                          <a:latin typeface="+mn-lt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한국건강관리협회 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정선군시설관리공단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남양주시설관리공단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부산</a:t>
                      </a:r>
                      <a:r>
                        <a:rPr lang="ko-KR" altLang="en-US" sz="1100" baseline="0" dirty="0">
                          <a:latin typeface="+mn-lt"/>
                        </a:rPr>
                        <a:t>항만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공사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한국디자인진흥원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특허전략개발원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경기주택도시공사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세종어학당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우리은행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농협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울산항만공사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여주시시설관리공단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한국건설인협회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한국연구재단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한국전자통신연구원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사학연금공단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국민건강보험공단 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한국남부발전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한국서부발전</a:t>
                      </a:r>
                    </a:p>
                    <a:p>
                      <a:pPr marL="171450" marR="0" lvl="0" indent="-1714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latin typeface="+mn-lt"/>
                        </a:rPr>
                        <a:t>서류 평가</a:t>
                      </a:r>
                      <a:r>
                        <a:rPr lang="en-US" altLang="ko-KR" sz="1100" b="1" dirty="0">
                          <a:latin typeface="+mn-lt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한국건설인협회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평택시 국제교류재단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한국무역보험공사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남양주 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특허전략개발원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코이카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대한무역진흥공사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소상공인시장진흥공단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한국관광공사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서민금융진흥원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경기도 경제과학진흥원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한국해양과학기술원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대구시 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포스텍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화성시청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248578" y="5157192"/>
          <a:ext cx="8749541" cy="1628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753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/>
                        <a:t>기타</a:t>
                      </a: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자격</a:t>
                      </a:r>
                      <a:r>
                        <a:rPr lang="ko-KR" altLang="en-US" sz="1600" baseline="0"/>
                        <a:t> 및 이수</a:t>
                      </a:r>
                      <a:r>
                        <a:rPr lang="en-US" altLang="ko-KR" sz="1600" baseline="0"/>
                        <a:t>, </a:t>
                      </a:r>
                      <a:r>
                        <a:rPr lang="ko-KR" altLang="en-US" sz="1600" baseline="0"/>
                        <a:t>저서</a:t>
                      </a:r>
                      <a:r>
                        <a:rPr lang="en-US" altLang="ko-KR" sz="1600" baseline="0"/>
                        <a:t>, </a:t>
                      </a:r>
                      <a:r>
                        <a:rPr lang="ko-KR" altLang="en-US" sz="1600" baseline="0"/>
                        <a:t>논문 등</a:t>
                      </a:r>
                      <a:r>
                        <a:rPr lang="en-US" altLang="ko-KR" sz="1600" baseline="0"/>
                        <a:t>)</a:t>
                      </a:r>
                      <a:endParaRPr lang="ko-KR" altLang="en-US" sz="160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734">
                <a:tc rowSpan="2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자격 및 이수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논문</a:t>
                      </a:r>
                    </a:p>
                    <a:p>
                      <a:pPr lvl="0" algn="ctr" latinLnBrk="1">
                        <a:defRPr/>
                      </a:pP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buFont typeface="Arial"/>
                        <a:buNone/>
                        <a:defRPr/>
                      </a:pP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저서</a:t>
                      </a:r>
                      <a:r>
                        <a:rPr lang="en-US" altLang="ko-KR" sz="1100"/>
                        <a:t>) </a:t>
                      </a:r>
                      <a:r>
                        <a:rPr lang="ko-KR" altLang="en-US" sz="1100"/>
                        <a:t>인간행동과 사회환경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양서원 출판</a:t>
                      </a:r>
                      <a:r>
                        <a:rPr lang="en-US" altLang="ko-KR" sz="1100"/>
                        <a:t>)</a:t>
                      </a:r>
                      <a:r>
                        <a:rPr lang="ko-KR" altLang="en-US" sz="1100"/>
                        <a:t> </a:t>
                      </a:r>
                    </a:p>
                    <a:p>
                      <a:pPr marL="0" lvl="0" indent="0" latinLnBrk="1">
                        <a:buFont typeface="Arial"/>
                        <a:buNone/>
                        <a:defRPr/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Asia Regional 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아시아지역 인사담당자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전문 면접관 교육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(2011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사내 면접관 과정 수료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(2015) </a:t>
                      </a:r>
                    </a:p>
                    <a:p>
                      <a:pPr marL="0" lvl="0" indent="0" latinLnBrk="1">
                        <a:buFont typeface="Arial"/>
                        <a:buNone/>
                        <a:defRPr/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자격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심리상담사(청년심리 및 직장심리),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한국소 상공인 교육사 1급, 브랜드 관리사 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1급, SQ 진로 지도사 1급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312">
                <a:tc v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논문</a:t>
                      </a:r>
                      <a:r>
                        <a:rPr lang="en-US" altLang="ko-KR" sz="1100"/>
                        <a:t>) 1. </a:t>
                      </a:r>
                      <a:r>
                        <a:rPr lang="ko-KR" altLang="en-US" sz="1100"/>
                        <a:t>인간의 부적응적 완벽 성향과 집단 따돌림 피해가 미치는 영향</a:t>
                      </a:r>
                      <a:r>
                        <a:rPr lang="en-US" altLang="ko-KR" sz="1100"/>
                        <a:t>_</a:t>
                      </a:r>
                      <a:r>
                        <a:rPr lang="ko-KR" altLang="en-US" sz="1100"/>
                        <a:t>부모, 자녀 의사소통 매개효과를 중심</a:t>
                      </a:r>
                      <a:r>
                        <a:rPr lang="en-US" altLang="ko-KR" sz="1100"/>
                        <a:t>(2017)</a:t>
                      </a:r>
                      <a:br>
                        <a:rPr lang="en-US" altLang="ko-KR" sz="1100"/>
                      </a:br>
                      <a:r>
                        <a:rPr lang="en-US" altLang="ko-KR" sz="1100"/>
                        <a:t>         2. </a:t>
                      </a:r>
                      <a:r>
                        <a:rPr lang="ko-KR" altLang="en-US" sz="1100"/>
                        <a:t>청소년의 성별에 따른 우울과 공격성에 미치는 융합적 영향</a:t>
                      </a:r>
                      <a:r>
                        <a:rPr lang="en-US" altLang="ko-KR" sz="1100"/>
                        <a:t>-</a:t>
                      </a:r>
                      <a:r>
                        <a:rPr lang="ko-KR" altLang="en-US" sz="1100"/>
                        <a:t>소외 매개효과 중심</a:t>
                      </a:r>
                      <a:r>
                        <a:rPr lang="en-US" altLang="ko-KR" sz="1100"/>
                        <a:t>(2018)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2880320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3528" y="856553"/>
            <a:ext cx="1152128" cy="134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365</Words>
  <Application>Microsoft Office PowerPoint</Application>
  <PresentationFormat>화면 슬라이드 쇼(4:3)</PresentationFormat>
  <Paragraphs>40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권미경</cp:lastModifiedBy>
  <cp:revision>116</cp:revision>
  <dcterms:created xsi:type="dcterms:W3CDTF">2020-11-22T09:49:43Z</dcterms:created>
  <dcterms:modified xsi:type="dcterms:W3CDTF">2025-08-06T10:58:01Z</dcterms:modified>
  <cp:version/>
</cp:coreProperties>
</file>