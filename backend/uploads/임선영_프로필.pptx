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7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2025-02-24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47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2025-02-24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381903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/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름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/>
                        <a:t>임 선 영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1979.01.11.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n-lt"/>
                        </a:rPr>
                        <a:t>                </a:t>
                      </a:r>
                      <a:r>
                        <a:rPr lang="ko-KR" altLang="en-US" sz="1100" baseline="0" dirty="0" err="1">
                          <a:latin typeface="+mn-lt"/>
                        </a:rPr>
                        <a:t>잡앤드림</a:t>
                      </a:r>
                      <a:r>
                        <a:rPr lang="ko-KR" altLang="en-US" sz="1100" baseline="0" dirty="0">
                          <a:latin typeface="+mn-lt"/>
                        </a:rPr>
                        <a:t> 대표            </a:t>
                      </a:r>
                      <a:r>
                        <a:rPr lang="en-US" altLang="ko-KR" sz="1100" baseline="0" dirty="0">
                          <a:latin typeface="+mn-lt"/>
                        </a:rPr>
                        <a:t>010-8280-9331          on-nurie@naver.com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n-lt"/>
                        </a:rPr>
                        <a:t>인사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경영일반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공공일반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기계</a:t>
                      </a:r>
                      <a:r>
                        <a:rPr lang="en-US" altLang="ko-KR" sz="1100" dirty="0">
                          <a:latin typeface="+mn-lt"/>
                        </a:rPr>
                        <a:t>, IT</a:t>
                      </a:r>
                      <a:endParaRPr lang="ko-KR" altLang="en-US" sz="11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+mj-ea"/>
                          <a:ea typeface="+mj-ea"/>
                        </a:rPr>
                        <a:t>력</a:t>
                      </a:r>
                      <a:endParaRPr lang="ko-KR" altLang="en-US" sz="12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lt"/>
                        </a:rPr>
                        <a:t>한국방송통신대학교 미디어영상학과</a:t>
                      </a:r>
                      <a:r>
                        <a:rPr lang="en-US" altLang="ko-KR" sz="1100" dirty="0">
                          <a:latin typeface="+mn-lt"/>
                        </a:rPr>
                        <a:t>, </a:t>
                      </a:r>
                      <a:r>
                        <a:rPr lang="ko-KR" altLang="en-US" sz="1100" dirty="0">
                          <a:latin typeface="+mn-lt"/>
                        </a:rPr>
                        <a:t>홍익대학교 교육대학원 상담심리 석사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461469"/>
              </p:ext>
            </p:extLst>
          </p:nvPr>
        </p:nvGraphicFramePr>
        <p:xfrm>
          <a:off x="241011" y="2276872"/>
          <a:ext cx="8760145" cy="3561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595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/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96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잡앤드림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대표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2014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앤트위즈커머스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/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소프트 이사 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2022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lang="ko-KR" altLang="en-US" sz="1100" baseline="0" dirty="0">
                          <a:latin typeface="+mn-lt"/>
                        </a:rPr>
                        <a:t> 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코리아리크루트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컨설팅팀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수석 컨설턴트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10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필컴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개발팀 테스트엔지니어</a:t>
                      </a:r>
                      <a:r>
                        <a:rPr lang="en-US" altLang="ko-KR" sz="1100" baseline="0" dirty="0">
                          <a:latin typeface="+mn-lt"/>
                        </a:rPr>
                        <a:t>(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2004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 09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~ 2007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 LS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전선 공조시스템사업부 공조개발팀 사원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(1999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02 ~ 2003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05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1949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/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서류</a:t>
                      </a:r>
                      <a:r>
                        <a:rPr lang="en-US" altLang="ko-KR" sz="1100" b="1" dirty="0">
                          <a:latin typeface="+mn-lt"/>
                        </a:rPr>
                        <a:t>]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근로복지공단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IBK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기업은행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국민은행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소상공인시장진흥공단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한국전력공사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</a:p>
                    <a:p>
                      <a:pPr marL="0" lvl="0" indent="0" latinLnBrk="1">
                        <a:lnSpc>
                          <a:spcPct val="150000"/>
                        </a:lnSpc>
                        <a:buFont typeface="Arial"/>
                        <a:buNone/>
                        <a:defRPr/>
                      </a:pP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LH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한국토지주택공사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한국수자원공사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전략물자관리원 등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맑은 고딕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n-lt"/>
                        </a:rPr>
                        <a:t>[</a:t>
                      </a:r>
                      <a:r>
                        <a:rPr lang="ko-KR" altLang="en-US" sz="1100" b="1" dirty="0">
                          <a:latin typeface="+mn-lt"/>
                        </a:rPr>
                        <a:t>면접</a:t>
                      </a:r>
                      <a:r>
                        <a:rPr lang="en-US" altLang="ko-KR" sz="1100" b="1" dirty="0">
                          <a:latin typeface="+mn-lt"/>
                        </a:rPr>
                        <a:t>]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한국예탁결제원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한국전자통신연구원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KDN,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국가철도공단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건강보험심사평가원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한국동서발전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제주특별자치도시개발공사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국립낙동강생물자원관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한국전력공사</a:t>
                      </a:r>
                      <a:r>
                        <a:rPr kumimoji="0" lang="en-US" altLang="ko-KR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농업기술실용화재단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KPS,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하나은행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소방청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한국산업단지공단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한국수력원자력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한국수자원공사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코레일테크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한국지역난방공사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코트라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코이카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한국과학기술연구원 등 </a:t>
                      </a:r>
                    </a:p>
                    <a:p>
                      <a:pPr marL="171450" lvl="0" indent="-171450" latinLnBrk="1">
                        <a:lnSpc>
                          <a:spcPct val="150000"/>
                        </a:lnSpc>
                        <a:buFont typeface="Arial"/>
                        <a:buChar char="•"/>
                        <a:defRPr/>
                      </a:pP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기타</a:t>
                      </a:r>
                      <a:r>
                        <a:rPr kumimoji="0" lang="en-US" altLang="ko-KR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ko-KR" altLang="en-US" sz="1100" b="1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교육 및 평가활동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: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인천시청 공무원 채용 면접관 교육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(2022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~ 2023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) </a:t>
                      </a:r>
                      <a:b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</a:b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삼성전자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협력사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취업박람회 사전 기업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매칭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PM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등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>   </a:t>
                      </a:r>
                      <a:endParaRPr lang="en-US" altLang="ko-KR" sz="1100" b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314603"/>
              </p:ext>
            </p:extLst>
          </p:nvPr>
        </p:nvGraphicFramePr>
        <p:xfrm>
          <a:off x="248578" y="5589240"/>
          <a:ext cx="8752578" cy="1235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1084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  <a:p>
                      <a:pPr algn="ctr" latinLnBrk="1"/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전문면접관 교육 이수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매일경제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전문면접관 자격과정 이수 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국제문화대학원대학교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강사 양성과정 수료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창직진로지도사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급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NCS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훈련과정 교육 수료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R/P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전문가 과정 수료</a:t>
                      </a:r>
                      <a:endParaRPr lang="en-US" altLang="ko-K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</a:rPr>
              <a:t> Profile 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718092-AF83-B6EF-3539-7C1D4433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10" y="764704"/>
            <a:ext cx="1306653" cy="14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088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271</Words>
  <Application>Microsoft Office PowerPoint</Application>
  <PresentationFormat>화면 슬라이드 쇼(4:3)</PresentationFormat>
  <Paragraphs>38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면접관 Profile  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122</cp:revision>
  <dcterms:created xsi:type="dcterms:W3CDTF">2014-08-26T23:33:08Z</dcterms:created>
  <dcterms:modified xsi:type="dcterms:W3CDTF">2025-02-24T11:56:58Z</dcterms:modified>
  <cp:version/>
</cp:coreProperties>
</file>