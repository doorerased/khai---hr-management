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9144000" cy="6858000" type="screen4x3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ekjang79@naver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27325"/>
              </p:ext>
            </p:extLst>
          </p:nvPr>
        </p:nvGraphicFramePr>
        <p:xfrm>
          <a:off x="220132" y="505358"/>
          <a:ext cx="8781023" cy="192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400" dirty="0" err="1"/>
                        <a:t>기본인적사항</a:t>
                      </a:r>
                      <a:endParaRPr lang="ko-KR" altLang="en-US" sz="14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이         </a:t>
                      </a:r>
                      <a:r>
                        <a:rPr lang="ko-KR" altLang="en-US" sz="1200" b="1" dirty="0" err="1"/>
                        <a:t>름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1979</a:t>
                      </a:r>
                      <a:r>
                        <a:rPr lang="ko-KR" altLang="en-US" sz="1200"/>
                        <a:t>년 </a:t>
                      </a:r>
                      <a:r>
                        <a:rPr lang="en-US" altLang="ko-KR" sz="1200"/>
                        <a:t>11</a:t>
                      </a:r>
                      <a:r>
                        <a:rPr lang="ko-KR" altLang="en-US" sz="1200" dirty="0"/>
                        <a:t>월</a:t>
                      </a:r>
                      <a:r>
                        <a:rPr lang="en-US" altLang="ko-KR" sz="1200" dirty="0"/>
                        <a:t>26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200" i="0" baseline="0" dirty="0"/>
                        <a:t> (</a:t>
                      </a:r>
                      <a:r>
                        <a:rPr lang="ko-KR" altLang="en-US" sz="1200" i="0" baseline="0" dirty="0"/>
                        <a:t>주</a:t>
                      </a:r>
                      <a:r>
                        <a:rPr lang="en-US" altLang="ko-KR" sz="1200" i="0" baseline="0" dirty="0"/>
                        <a:t>)</a:t>
                      </a:r>
                      <a:r>
                        <a:rPr lang="ko-KR" altLang="en-US" sz="1200" i="0" baseline="0" dirty="0"/>
                        <a:t>가원컨설팅 대표 </a:t>
                      </a:r>
                      <a:r>
                        <a:rPr lang="en-US" altLang="ko-KR" sz="1200" i="0" baseline="0" dirty="0"/>
                        <a:t>      </a:t>
                      </a:r>
                      <a:r>
                        <a:rPr lang="en-US" altLang="ko-KR" sz="1200" i="0" baseline="0" dirty="0">
                          <a:hlinkClick r:id="rId2"/>
                        </a:rPr>
                        <a:t>ekjang79@naver.com</a:t>
                      </a:r>
                      <a:r>
                        <a:rPr lang="en-US" altLang="ko-KR" sz="1200" i="0" baseline="0" dirty="0"/>
                        <a:t>            </a:t>
                      </a:r>
                      <a:r>
                        <a:rPr lang="en-US" altLang="ko-KR" sz="1200" b="0" i="0" baseline="0" dirty="0"/>
                        <a:t>010-7123-9683 </a:t>
                      </a:r>
                      <a:endParaRPr lang="ko-KR" altLang="en-US" sz="1200" b="0" i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2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금융</a:t>
                      </a:r>
                      <a:r>
                        <a:rPr lang="en-US" altLang="ko-KR" sz="1200" dirty="0"/>
                        <a:t>, ERP</a:t>
                      </a:r>
                      <a:r>
                        <a:rPr lang="ko-KR" altLang="en-US" sz="1200" dirty="0" err="1"/>
                        <a:t>연계뱅킹</a:t>
                      </a:r>
                      <a:r>
                        <a:rPr lang="en-US" altLang="ko-KR" sz="1200" dirty="0"/>
                        <a:t>, IT,  </a:t>
                      </a:r>
                      <a:r>
                        <a:rPr lang="ko-KR" altLang="en-US" sz="1200" dirty="0"/>
                        <a:t>경영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행정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영업관리</a:t>
                      </a:r>
                      <a:r>
                        <a:rPr lang="en-US" altLang="ko-KR" sz="1200" dirty="0"/>
                        <a:t> </a:t>
                      </a:r>
                      <a:endParaRPr lang="ko-KR" altLang="en-US" sz="12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          </a:t>
                      </a:r>
                      <a:r>
                        <a:rPr lang="ko-KR" altLang="en-US" sz="1200" b="1" dirty="0" err="1"/>
                        <a:t>력</a:t>
                      </a:r>
                      <a:endParaRPr lang="ko-KR" altLang="en-US" sz="1200" b="1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 성신여자대학교 컴퓨터정보학부 학사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182486"/>
              </p:ext>
            </p:extLst>
          </p:nvPr>
        </p:nvGraphicFramePr>
        <p:xfrm>
          <a:off x="250371" y="2431678"/>
          <a:ext cx="8760145" cy="1888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341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6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2023.01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~ </a:t>
                      </a:r>
                      <a:r>
                        <a:rPr lang="ko-KR" altLang="en-US" sz="1200" dirty="0"/>
                        <a:t>현재 ㈜</a:t>
                      </a:r>
                      <a:r>
                        <a:rPr lang="ko-KR" altLang="en-US" sz="1200" dirty="0" err="1"/>
                        <a:t>가온컨설팅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역량평가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경영컨설팅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/>
                        <a:t>2019.4 ~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2022.05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코리아써치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금융권</a:t>
                      </a:r>
                      <a:r>
                        <a:rPr lang="en-US" altLang="ko-KR" sz="1200" dirty="0"/>
                        <a:t>, IT,</a:t>
                      </a:r>
                      <a:r>
                        <a:rPr lang="ko-KR" altLang="en-US" sz="1200" dirty="0"/>
                        <a:t> 소비재</a:t>
                      </a:r>
                      <a:r>
                        <a:rPr lang="en-US" altLang="ko-KR" sz="1200" dirty="0"/>
                        <a:t>) </a:t>
                      </a:r>
                      <a:r>
                        <a:rPr lang="ko-KR" altLang="en-US" sz="1200" dirty="0" err="1"/>
                        <a:t>헤드헌터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/>
                        <a:t>2014.7 ~2018.5 </a:t>
                      </a:r>
                      <a:r>
                        <a:rPr lang="ko-KR" altLang="en-US" sz="1200" dirty="0"/>
                        <a:t> 우리은행 </a:t>
                      </a:r>
                      <a:r>
                        <a:rPr lang="ko-KR" altLang="en-US" sz="1200" dirty="0" err="1"/>
                        <a:t>전자뱅킹</a:t>
                      </a:r>
                      <a:r>
                        <a:rPr lang="ko-KR" altLang="en-US" sz="1200" dirty="0"/>
                        <a:t> 사업부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핀테크</a:t>
                      </a:r>
                      <a:r>
                        <a:rPr lang="ko-KR" altLang="en-US" sz="1200" dirty="0"/>
                        <a:t> 사업부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핀테크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제휴부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디지털금융부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dirty="0"/>
                        <a:t>2003.2 ~2014.6  </a:t>
                      </a:r>
                      <a:r>
                        <a:rPr lang="ko-KR" altLang="en-US" sz="1200" dirty="0"/>
                        <a:t>우리은행 </a:t>
                      </a:r>
                      <a:r>
                        <a:rPr lang="ko-KR" altLang="en-US" sz="1200" dirty="0" err="1"/>
                        <a:t>신반포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도곡동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강남역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양재북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용산구청 지점 근무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수행실적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/>
                        <a:t>서류 </a:t>
                      </a:r>
                      <a:r>
                        <a:rPr lang="en-US" altLang="ko-KR" sz="1100" b="1" dirty="0"/>
                        <a:t>: </a:t>
                      </a:r>
                      <a:r>
                        <a:rPr lang="ko-KR" altLang="en-US" sz="1100" b="0" dirty="0"/>
                        <a:t>우리은행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기업은행</a:t>
                      </a:r>
                      <a:r>
                        <a:rPr lang="en-US" altLang="ko-KR" sz="1100" b="0" dirty="0"/>
                        <a:t>, NH</a:t>
                      </a:r>
                      <a:r>
                        <a:rPr lang="ko-KR" altLang="en-US" sz="1100" b="0" dirty="0" err="1"/>
                        <a:t>케미칼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코트라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국민은행</a:t>
                      </a:r>
                      <a:endParaRPr lang="en-US" altLang="ko-KR" sz="1100" b="0" dirty="0"/>
                    </a:p>
                    <a:p>
                      <a:pPr latinLnBrk="1"/>
                      <a:r>
                        <a:rPr lang="ko-KR" altLang="en-US" sz="1100" b="1" dirty="0"/>
                        <a:t>면접 </a:t>
                      </a:r>
                      <a:r>
                        <a:rPr lang="en-US" altLang="ko-KR" sz="1100" b="1" dirty="0"/>
                        <a:t>: </a:t>
                      </a:r>
                      <a:r>
                        <a:rPr lang="ko-KR" altLang="en-US" sz="1100" b="0" dirty="0"/>
                        <a:t>금융감독원</a:t>
                      </a:r>
                      <a:r>
                        <a:rPr lang="en-US" altLang="ko-KR" sz="1100" b="0" dirty="0"/>
                        <a:t>, ,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한국해외인프라도시개발지원공사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dirty="0"/>
                        <a:t>우리은행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하나은행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신용보증재단중앙회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국립공원공단</a:t>
                      </a:r>
                      <a:r>
                        <a:rPr lang="en-US" altLang="ko-KR" sz="1100" b="0" dirty="0"/>
                        <a:t>. </a:t>
                      </a:r>
                    </a:p>
                    <a:p>
                      <a:pPr latinLnBrk="1"/>
                      <a:r>
                        <a:rPr lang="ko-KR" altLang="en-US" sz="1100" b="0" dirty="0"/>
                        <a:t>경찰공제회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공무원연금공단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한전</a:t>
                      </a:r>
                      <a:r>
                        <a:rPr lang="en-US" altLang="ko-KR" sz="1100" b="0" dirty="0"/>
                        <a:t>KPS</a:t>
                      </a:r>
                      <a:endParaRPr lang="ko-KR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113634"/>
              </p:ext>
            </p:extLst>
          </p:nvPr>
        </p:nvGraphicFramePr>
        <p:xfrm>
          <a:off x="190962" y="4320396"/>
          <a:ext cx="8752578" cy="2537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3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400" dirty="0"/>
                        <a:t>기타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자격</a:t>
                      </a:r>
                      <a:r>
                        <a:rPr lang="ko-KR" altLang="en-US" sz="1400" baseline="0" dirty="0"/>
                        <a:t> 및 이수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저서 등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정보처리기사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SCJP(Sun Certified Java Programmer)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공인 외환전문역</a:t>
                      </a:r>
                      <a:r>
                        <a:rPr lang="en-US" altLang="ko-KR" sz="1200" dirty="0"/>
                        <a:t>1,2</a:t>
                      </a:r>
                      <a:r>
                        <a:rPr lang="ko-KR" altLang="en-US" sz="1200" dirty="0"/>
                        <a:t>종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펀드 투자권유자문인력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부동산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파생상품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증권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파생 상품투자권유인력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보험대리점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보험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손해보험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생명보험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3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2007.8  </a:t>
                      </a:r>
                      <a:r>
                        <a:rPr lang="ko-KR" altLang="en-US" sz="1200" dirty="0"/>
                        <a:t>영업본부장상 </a:t>
                      </a:r>
                      <a:r>
                        <a:rPr lang="en-US" altLang="ko-KR" sz="1200" dirty="0"/>
                        <a:t>2007</a:t>
                      </a:r>
                      <a:r>
                        <a:rPr lang="ko-KR" altLang="en-US" sz="1200" dirty="0"/>
                        <a:t>년 상반기 영업본부 우수직원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2009.12 </a:t>
                      </a:r>
                      <a:r>
                        <a:rPr lang="ko-KR" altLang="en-US" sz="1200" dirty="0" err="1"/>
                        <a:t>부점장상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2009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ko-KR" altLang="en-US" sz="1200" dirty="0" err="1"/>
                        <a:t>부점자체시상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2016.12 </a:t>
                      </a:r>
                      <a:r>
                        <a:rPr lang="ko-KR" altLang="en-US" sz="1200" dirty="0" err="1"/>
                        <a:t>부점장상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2016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ko-KR" altLang="en-US" sz="1200" dirty="0" err="1"/>
                        <a:t>부점자체시상</a:t>
                      </a:r>
                      <a:endParaRPr lang="en-US" altLang="ko-KR" sz="1200" dirty="0"/>
                    </a:p>
                    <a:p>
                      <a:pPr marL="285750" indent="-285750" latinLnBrk="1">
                        <a:buFont typeface="Arial" pitchFamily="34" charset="0"/>
                        <a:buChar char="•"/>
                      </a:pPr>
                      <a:r>
                        <a:rPr lang="en-US" altLang="ko-KR" sz="1200" dirty="0"/>
                        <a:t>2017.6   </a:t>
                      </a:r>
                      <a:r>
                        <a:rPr lang="ko-KR" altLang="en-US" sz="1200" dirty="0"/>
                        <a:t>은행장상 </a:t>
                      </a:r>
                      <a:r>
                        <a:rPr lang="en-US" altLang="ko-KR" sz="1200" dirty="0"/>
                        <a:t>2017</a:t>
                      </a:r>
                      <a:r>
                        <a:rPr lang="ko-KR" altLang="en-US" sz="1200" dirty="0"/>
                        <a:t>년</a:t>
                      </a: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 영업우수직원 즉시시상 </a:t>
                      </a:r>
                      <a:r>
                        <a:rPr lang="en-US" altLang="ko-KR" sz="1200" dirty="0"/>
                        <a:t>[</a:t>
                      </a:r>
                      <a:r>
                        <a:rPr lang="ko-KR" altLang="en-US" sz="1200" dirty="0"/>
                        <a:t>영업지원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본부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부문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0" y="1"/>
            <a:ext cx="2428860" cy="428604"/>
          </a:xfrm>
        </p:spPr>
        <p:txBody>
          <a:bodyPr>
            <a:normAutofit fontScale="90000"/>
          </a:bodyPr>
          <a:lstStyle/>
          <a:p>
            <a:pPr>
              <a:tabLst>
                <a:tab pos="533400" algn="l"/>
                <a:tab pos="625475" algn="l"/>
              </a:tabLst>
            </a:pPr>
            <a:r>
              <a:rPr lang="ko-KR" altLang="en-US" sz="2400" b="1" dirty="0">
                <a:solidFill>
                  <a:schemeClr val="accent1"/>
                </a:solidFill>
              </a:rPr>
              <a:t>면접관</a:t>
            </a:r>
            <a:r>
              <a:rPr lang="en-US" altLang="ko-KR" sz="2400" b="1" dirty="0">
                <a:solidFill>
                  <a:schemeClr val="accent1"/>
                </a:solidFill>
              </a:rPr>
              <a:t> 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4" name="그림 3" descr="인간의 얼굴, 사람, 의류, 헤드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9217EE-87FD-548C-DA4D-3B6E21CD9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11" y="908720"/>
            <a:ext cx="1306653" cy="152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3439</TotalTime>
  <Words>220</Words>
  <Application>Microsoft Office PowerPoint</Application>
  <PresentationFormat>화면 슬라이드 쇼(4:3)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107</cp:revision>
  <cp:lastPrinted>2025-04-02T00:10:33Z</cp:lastPrinted>
  <dcterms:created xsi:type="dcterms:W3CDTF">2014-08-26T23:33:08Z</dcterms:created>
  <dcterms:modified xsi:type="dcterms:W3CDTF">2026-01-14T12:34:17Z</dcterms:modified>
</cp:coreProperties>
</file>